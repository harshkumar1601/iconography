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22" r:id="rId5"/>
    <p:sldId id="323" r:id="rId6"/>
    <p:sldId id="324" r:id="rId7"/>
    <p:sldId id="321" r:id="rId8"/>
    <p:sldId id="320" r:id="rId9"/>
    <p:sldId id="319" r:id="rId10"/>
    <p:sldId id="318" r:id="rId11"/>
    <p:sldId id="316" r:id="rId12"/>
    <p:sldId id="315" r:id="rId13"/>
    <p:sldId id="325" r:id="rId14"/>
    <p:sldId id="326" r:id="rId15"/>
    <p:sldId id="31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image" Target="../media/image7.jp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image" Target="../media/image7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28D7EB-F88A-4089-BB7C-E6B2B976104D}" type="doc">
      <dgm:prSet loTypeId="urn:microsoft.com/office/officeart/2008/layout/VerticalCurvedList" loCatId="list" qsTypeId="urn:microsoft.com/office/officeart/2005/8/quickstyle/3d3" qsCatId="3D" csTypeId="urn:microsoft.com/office/officeart/2005/8/colors/accent2_4" csCatId="accent2" phldr="1"/>
      <dgm:spPr/>
      <dgm:t>
        <a:bodyPr/>
        <a:lstStyle/>
        <a:p>
          <a:endParaRPr lang="en-IN"/>
        </a:p>
      </dgm:t>
    </dgm:pt>
    <dgm:pt modelId="{7E1F1E39-809F-4C48-A45A-A1EF9B63EEB4}">
      <dgm:prSet phldrT="[Text]" custT="1"/>
      <dgm:spPr/>
      <dgm:t>
        <a:bodyPr/>
        <a:lstStyle/>
        <a:p>
          <a:pPr>
            <a:buNone/>
          </a:pPr>
          <a:r>
            <a:rPr lang="en-IN" sz="16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Literature Review on Iconography</a:t>
          </a:r>
        </a:p>
      </dgm:t>
    </dgm:pt>
    <dgm:pt modelId="{666A720D-97C7-40E4-84D6-6C021A58B561}" type="parTrans" cxnId="{4968932E-8A81-424B-B69E-19A45AAC0344}">
      <dgm:prSet/>
      <dgm:spPr/>
      <dgm:t>
        <a:bodyPr/>
        <a:lstStyle/>
        <a:p>
          <a:endParaRPr lang="en-IN"/>
        </a:p>
      </dgm:t>
    </dgm:pt>
    <dgm:pt modelId="{3FADFEEA-2838-418B-A020-9845589E8961}" type="sibTrans" cxnId="{4968932E-8A81-424B-B69E-19A45AAC0344}">
      <dgm:prSet/>
      <dgm:spPr/>
      <dgm:t>
        <a:bodyPr/>
        <a:lstStyle/>
        <a:p>
          <a:endParaRPr lang="en-IN"/>
        </a:p>
      </dgm:t>
    </dgm:pt>
    <dgm:pt modelId="{C832FEC4-79E7-4FAF-8A16-300389F18086}">
      <dgm:prSet phldrT="[Text]" custT="1"/>
      <dgm:spPr/>
      <dgm:t>
        <a:bodyPr/>
        <a:lstStyle/>
        <a:p>
          <a:pPr>
            <a:buNone/>
          </a:pPr>
          <a:r>
            <a: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Analysis of Research Trends, Merits, and Limitations</a:t>
          </a:r>
        </a:p>
      </dgm:t>
    </dgm:pt>
    <dgm:pt modelId="{F02E95AE-0A1F-40AA-980F-E6EC79ED2099}" type="parTrans" cxnId="{942504C5-2578-4EFE-A8AC-4E830C193DA2}">
      <dgm:prSet/>
      <dgm:spPr/>
      <dgm:t>
        <a:bodyPr/>
        <a:lstStyle/>
        <a:p>
          <a:endParaRPr lang="en-IN"/>
        </a:p>
      </dgm:t>
    </dgm:pt>
    <dgm:pt modelId="{4728CD1D-7605-44C4-8620-6BC2AB384BCD}" type="sibTrans" cxnId="{942504C5-2578-4EFE-A8AC-4E830C193DA2}">
      <dgm:prSet/>
      <dgm:spPr/>
      <dgm:t>
        <a:bodyPr/>
        <a:lstStyle/>
        <a:p>
          <a:endParaRPr lang="en-IN"/>
        </a:p>
      </dgm:t>
    </dgm:pt>
    <dgm:pt modelId="{B52E73FC-3176-4934-9538-484F0C301422}">
      <dgm:prSet phldrT="[Text]" custT="1"/>
      <dgm:spPr/>
      <dgm:t>
        <a:bodyPr/>
        <a:lstStyle/>
        <a:p>
          <a:pPr>
            <a:buNone/>
          </a:pPr>
          <a:r>
            <a:rPr lang="en-IN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Development of Taxonomies</a:t>
          </a:r>
        </a:p>
        <a:p>
          <a:pPr>
            <a:buNone/>
          </a:pPr>
          <a:endParaRPr lang="en-IN" sz="1800" dirty="0"/>
        </a:p>
      </dgm:t>
    </dgm:pt>
    <dgm:pt modelId="{45D2FBFD-B115-4435-ABBD-0F695D23C61D}" type="parTrans" cxnId="{46443866-1E9D-468E-8795-E630295A3B8D}">
      <dgm:prSet/>
      <dgm:spPr/>
      <dgm:t>
        <a:bodyPr/>
        <a:lstStyle/>
        <a:p>
          <a:endParaRPr lang="en-IN"/>
        </a:p>
      </dgm:t>
    </dgm:pt>
    <dgm:pt modelId="{3E542C78-EA51-4D38-BCF1-D3534F4170C4}" type="sibTrans" cxnId="{46443866-1E9D-468E-8795-E630295A3B8D}">
      <dgm:prSet/>
      <dgm:spPr/>
      <dgm:t>
        <a:bodyPr/>
        <a:lstStyle/>
        <a:p>
          <a:endParaRPr lang="en-IN"/>
        </a:p>
      </dgm:t>
    </dgm:pt>
    <dgm:pt modelId="{3488EF08-62CC-434B-A199-B51B546DF959}">
      <dgm:prSet/>
      <dgm:spPr/>
      <dgm:t>
        <a:bodyPr/>
        <a:lstStyle/>
        <a:p>
          <a:endParaRPr lang="en-IN" sz="1100" dirty="0"/>
        </a:p>
      </dgm:t>
    </dgm:pt>
    <dgm:pt modelId="{AAE51C6A-7CF8-42E8-A9F3-9E7693A3D5CF}" type="parTrans" cxnId="{F0F2C6E4-F602-40F1-902F-83A55212DAEF}">
      <dgm:prSet/>
      <dgm:spPr/>
      <dgm:t>
        <a:bodyPr/>
        <a:lstStyle/>
        <a:p>
          <a:endParaRPr lang="en-IN"/>
        </a:p>
      </dgm:t>
    </dgm:pt>
    <dgm:pt modelId="{A1AEB2CD-0332-4B93-BC68-132D4B923057}" type="sibTrans" cxnId="{F0F2C6E4-F602-40F1-902F-83A55212DAEF}">
      <dgm:prSet/>
      <dgm:spPr/>
      <dgm:t>
        <a:bodyPr/>
        <a:lstStyle/>
        <a:p>
          <a:endParaRPr lang="en-IN"/>
        </a:p>
      </dgm:t>
    </dgm:pt>
    <dgm:pt modelId="{7980C968-98D7-4E35-B5AA-D405C6C8698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tx1"/>
              </a:solidFill>
            </a:rPr>
            <a:t>To systematically study existing research papers related to iconography</a:t>
          </a:r>
          <a:endParaRPr lang="en-IN" sz="1400" dirty="0">
            <a:solidFill>
              <a:schemeClr val="tx1"/>
            </a:solidFill>
          </a:endParaRPr>
        </a:p>
      </dgm:t>
    </dgm:pt>
    <dgm:pt modelId="{569E9D21-201C-4509-B8BC-2DCE2EAF472E}" type="parTrans" cxnId="{E06E7622-04FC-4A23-9BEA-E0B800D604A4}">
      <dgm:prSet/>
      <dgm:spPr/>
      <dgm:t>
        <a:bodyPr/>
        <a:lstStyle/>
        <a:p>
          <a:endParaRPr lang="en-IN"/>
        </a:p>
      </dgm:t>
    </dgm:pt>
    <dgm:pt modelId="{81A3BB8D-7DCE-43A9-8C10-350398713D1F}" type="sibTrans" cxnId="{E06E7622-04FC-4A23-9BEA-E0B800D604A4}">
      <dgm:prSet/>
      <dgm:spPr/>
      <dgm:t>
        <a:bodyPr/>
        <a:lstStyle/>
        <a:p>
          <a:endParaRPr lang="en-IN"/>
        </a:p>
      </dgm:t>
    </dgm:pt>
    <dgm:pt modelId="{8EF8EC19-A6F6-47C5-ABD1-00CF264E36B1}">
      <dgm:prSet/>
      <dgm:spPr/>
      <dgm:t>
        <a:bodyPr/>
        <a:lstStyle/>
        <a:p>
          <a:pPr>
            <a:buNone/>
          </a:pPr>
          <a:endParaRPr lang="en-IN" sz="1100" dirty="0"/>
        </a:p>
      </dgm:t>
    </dgm:pt>
    <dgm:pt modelId="{1FD9A0CF-36DA-4C10-B8E8-928EC5E9B9E2}" type="parTrans" cxnId="{ABF09FDE-0924-4FC0-A0EE-15A4BFE9A8FB}">
      <dgm:prSet/>
      <dgm:spPr/>
      <dgm:t>
        <a:bodyPr/>
        <a:lstStyle/>
        <a:p>
          <a:endParaRPr lang="en-IN"/>
        </a:p>
      </dgm:t>
    </dgm:pt>
    <dgm:pt modelId="{20CFA19B-BD51-48A0-9901-38018B7A1A83}" type="sibTrans" cxnId="{ABF09FDE-0924-4FC0-A0EE-15A4BFE9A8FB}">
      <dgm:prSet/>
      <dgm:spPr/>
      <dgm:t>
        <a:bodyPr/>
        <a:lstStyle/>
        <a:p>
          <a:endParaRPr lang="en-IN"/>
        </a:p>
      </dgm:t>
    </dgm:pt>
    <dgm:pt modelId="{5E58107A-78BA-4C32-B6D1-76222C09ED7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tx1"/>
              </a:solidFill>
            </a:rPr>
            <a:t>To understand how iconography has been approached across different disciplines</a:t>
          </a:r>
          <a:endParaRPr lang="en-IN" sz="1400" dirty="0">
            <a:solidFill>
              <a:schemeClr val="tx1"/>
            </a:solidFill>
          </a:endParaRPr>
        </a:p>
      </dgm:t>
    </dgm:pt>
    <dgm:pt modelId="{43FF380E-FE9F-48C7-A740-B45B4CA33761}" type="parTrans" cxnId="{9B24CA34-894A-4932-A6B3-D7AD2747DAB0}">
      <dgm:prSet/>
      <dgm:spPr/>
      <dgm:t>
        <a:bodyPr/>
        <a:lstStyle/>
        <a:p>
          <a:endParaRPr lang="en-IN"/>
        </a:p>
      </dgm:t>
    </dgm:pt>
    <dgm:pt modelId="{5265A0D1-75F8-4919-B853-D2732D79054D}" type="sibTrans" cxnId="{9B24CA34-894A-4932-A6B3-D7AD2747DAB0}">
      <dgm:prSet/>
      <dgm:spPr/>
      <dgm:t>
        <a:bodyPr/>
        <a:lstStyle/>
        <a:p>
          <a:endParaRPr lang="en-IN"/>
        </a:p>
      </dgm:t>
    </dgm:pt>
    <dgm:pt modelId="{D73B4B27-0A52-41A8-BDF8-263DF82A521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dirty="0">
              <a:solidFill>
                <a:schemeClr val="tx1"/>
              </a:solidFill>
            </a:rPr>
            <a:t>To </a:t>
          </a:r>
          <a:r>
            <a:rPr lang="en-US" sz="1400" dirty="0">
              <a:solidFill>
                <a:schemeClr val="tx1"/>
              </a:solidFill>
            </a:rPr>
            <a:t>identify dominant themes, methodologies, and areas of focus in prior studies</a:t>
          </a:r>
          <a:endParaRPr lang="en-IN" sz="1400" dirty="0">
            <a:solidFill>
              <a:schemeClr val="tx1"/>
            </a:solidFill>
          </a:endParaRPr>
        </a:p>
      </dgm:t>
    </dgm:pt>
    <dgm:pt modelId="{6C52216F-4FCC-4D65-AC3F-301C32C0202D}" type="parTrans" cxnId="{7C2A01C2-C20B-4F76-997B-F8114A8F0BD2}">
      <dgm:prSet/>
      <dgm:spPr/>
      <dgm:t>
        <a:bodyPr/>
        <a:lstStyle/>
        <a:p>
          <a:endParaRPr lang="en-IN"/>
        </a:p>
      </dgm:t>
    </dgm:pt>
    <dgm:pt modelId="{4BEA76BB-6621-40E1-83BA-C0B8D03BFC34}" type="sibTrans" cxnId="{7C2A01C2-C20B-4F76-997B-F8114A8F0BD2}">
      <dgm:prSet/>
      <dgm:spPr/>
      <dgm:t>
        <a:bodyPr/>
        <a:lstStyle/>
        <a:p>
          <a:endParaRPr lang="en-IN"/>
        </a:p>
      </dgm:t>
    </dgm:pt>
    <dgm:pt modelId="{FAE4B359-6844-4AA6-8635-B5D97221BCE6}">
      <dgm:prSet/>
      <dgm:spPr/>
      <dgm:t>
        <a:bodyPr/>
        <a:lstStyle/>
        <a:p>
          <a:endParaRPr lang="en-IN" sz="2200" dirty="0"/>
        </a:p>
      </dgm:t>
    </dgm:pt>
    <dgm:pt modelId="{3ECF8D59-8A0F-4D8E-827D-E4EE917DEFAF}" type="parTrans" cxnId="{20B721AD-F148-478D-8263-BC4F2575A211}">
      <dgm:prSet/>
      <dgm:spPr/>
      <dgm:t>
        <a:bodyPr/>
        <a:lstStyle/>
        <a:p>
          <a:endParaRPr lang="en-IN"/>
        </a:p>
      </dgm:t>
    </dgm:pt>
    <dgm:pt modelId="{3872CC29-027A-4BCD-8C14-93C82F92BBCF}" type="sibTrans" cxnId="{20B721AD-F148-478D-8263-BC4F2575A211}">
      <dgm:prSet/>
      <dgm:spPr/>
      <dgm:t>
        <a:bodyPr/>
        <a:lstStyle/>
        <a:p>
          <a:endParaRPr lang="en-IN"/>
        </a:p>
      </dgm:t>
    </dgm:pt>
    <dgm:pt modelId="{B8351227-5E31-4492-AE8A-8B86AC10CE6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tx1"/>
              </a:solidFill>
            </a:rPr>
            <a:t>To examine current research trends in iconography studies</a:t>
          </a:r>
          <a:endParaRPr lang="en-IN" sz="1400" dirty="0">
            <a:solidFill>
              <a:schemeClr val="tx1"/>
            </a:solidFill>
          </a:endParaRPr>
        </a:p>
      </dgm:t>
    </dgm:pt>
    <dgm:pt modelId="{F507D7FA-AA56-4893-9703-94CD42C46EB9}" type="parTrans" cxnId="{81C99963-42FF-48B9-AA8C-010F5EFF1225}">
      <dgm:prSet/>
      <dgm:spPr/>
      <dgm:t>
        <a:bodyPr/>
        <a:lstStyle/>
        <a:p>
          <a:endParaRPr lang="en-IN"/>
        </a:p>
      </dgm:t>
    </dgm:pt>
    <dgm:pt modelId="{E5B95BD2-D15F-4D81-9036-B7FA3A0E808F}" type="sibTrans" cxnId="{81C99963-42FF-48B9-AA8C-010F5EFF1225}">
      <dgm:prSet/>
      <dgm:spPr/>
      <dgm:t>
        <a:bodyPr/>
        <a:lstStyle/>
        <a:p>
          <a:endParaRPr lang="en-IN"/>
        </a:p>
      </dgm:t>
    </dgm:pt>
    <dgm:pt modelId="{32F1CB8B-F2C4-4965-BC7A-04ACFAAD576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tx1"/>
              </a:solidFill>
            </a:rPr>
            <a:t>To analyze the </a:t>
          </a:r>
          <a:r>
            <a:rPr lang="en-US" sz="1400" b="0" dirty="0">
              <a:solidFill>
                <a:schemeClr val="tx1"/>
              </a:solidFill>
            </a:rPr>
            <a:t>strengths (merits) </a:t>
          </a:r>
          <a:r>
            <a:rPr lang="en-US" sz="1400" dirty="0">
              <a:solidFill>
                <a:schemeClr val="tx1"/>
              </a:solidFill>
            </a:rPr>
            <a:t>of existing approaches and models</a:t>
          </a:r>
          <a:endParaRPr lang="en-IN" sz="1400" dirty="0">
            <a:solidFill>
              <a:schemeClr val="tx1"/>
            </a:solidFill>
          </a:endParaRPr>
        </a:p>
      </dgm:t>
    </dgm:pt>
    <dgm:pt modelId="{13CCA360-F9A3-492F-8E3A-DB78921CCCFC}" type="parTrans" cxnId="{2249911D-6AC3-411A-B2C3-27AD521CC78B}">
      <dgm:prSet/>
      <dgm:spPr/>
      <dgm:t>
        <a:bodyPr/>
        <a:lstStyle/>
        <a:p>
          <a:endParaRPr lang="en-IN"/>
        </a:p>
      </dgm:t>
    </dgm:pt>
    <dgm:pt modelId="{9858C5D6-DA6E-4A8A-89A1-9E0328A8A198}" type="sibTrans" cxnId="{2249911D-6AC3-411A-B2C3-27AD521CC78B}">
      <dgm:prSet/>
      <dgm:spPr/>
      <dgm:t>
        <a:bodyPr/>
        <a:lstStyle/>
        <a:p>
          <a:endParaRPr lang="en-IN"/>
        </a:p>
      </dgm:t>
    </dgm:pt>
    <dgm:pt modelId="{114BBDFC-0315-4B3E-B8A5-8D806F93666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tx1"/>
              </a:solidFill>
            </a:rPr>
            <a:t>To identify </a:t>
          </a:r>
          <a:r>
            <a:rPr lang="en-US" sz="1400" b="0" dirty="0">
              <a:solidFill>
                <a:schemeClr val="tx1"/>
              </a:solidFill>
            </a:rPr>
            <a:t>limitations, gaps, and unexplored areas </a:t>
          </a:r>
          <a:r>
            <a:rPr lang="en-US" sz="1400" dirty="0">
              <a:solidFill>
                <a:schemeClr val="tx1"/>
              </a:solidFill>
            </a:rPr>
            <a:t>in the literature</a:t>
          </a:r>
          <a:endParaRPr lang="en-IN" sz="1400" dirty="0">
            <a:solidFill>
              <a:schemeClr val="tx1"/>
            </a:solidFill>
          </a:endParaRPr>
        </a:p>
      </dgm:t>
    </dgm:pt>
    <dgm:pt modelId="{9469DE47-7F90-4CC6-B765-81F02D74B213}" type="parTrans" cxnId="{9D0B58E9-2970-410D-9406-B987D1692351}">
      <dgm:prSet/>
      <dgm:spPr/>
      <dgm:t>
        <a:bodyPr/>
        <a:lstStyle/>
        <a:p>
          <a:endParaRPr lang="en-IN"/>
        </a:p>
      </dgm:t>
    </dgm:pt>
    <dgm:pt modelId="{740AB125-DFB2-4B26-B012-7A4839555DE7}" type="sibTrans" cxnId="{9D0B58E9-2970-410D-9406-B987D1692351}">
      <dgm:prSet/>
      <dgm:spPr/>
      <dgm:t>
        <a:bodyPr/>
        <a:lstStyle/>
        <a:p>
          <a:endParaRPr lang="en-IN"/>
        </a:p>
      </dgm:t>
    </dgm:pt>
    <dgm:pt modelId="{5892C683-FA90-4230-9860-EC5B750D465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dirty="0">
              <a:solidFill>
                <a:schemeClr val="tx1"/>
              </a:solidFill>
            </a:rPr>
            <a:t>Taxonomy for Iconography Applications</a:t>
          </a:r>
        </a:p>
      </dgm:t>
    </dgm:pt>
    <dgm:pt modelId="{BF9E387C-3DDE-4169-BBCB-F7671E0A77B9}" type="parTrans" cxnId="{FC699860-6BBA-483A-9276-BDC83AE8FDB7}">
      <dgm:prSet/>
      <dgm:spPr/>
      <dgm:t>
        <a:bodyPr/>
        <a:lstStyle/>
        <a:p>
          <a:endParaRPr lang="en-IN"/>
        </a:p>
      </dgm:t>
    </dgm:pt>
    <dgm:pt modelId="{1E5B986D-D70F-449F-B58B-AAE41BC2A107}" type="sibTrans" cxnId="{FC699860-6BBA-483A-9276-BDC83AE8FDB7}">
      <dgm:prSet/>
      <dgm:spPr/>
      <dgm:t>
        <a:bodyPr/>
        <a:lstStyle/>
        <a:p>
          <a:endParaRPr lang="en-IN"/>
        </a:p>
      </dgm:t>
    </dgm:pt>
    <dgm:pt modelId="{329F07E6-3EDF-4B45-9A2E-B5CE2309355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tx1"/>
              </a:solidFill>
            </a:rPr>
            <a:t>Taxonomy for Cultural and Religious Iconography</a:t>
          </a:r>
          <a:endParaRPr lang="en-IN" sz="1400" dirty="0">
            <a:solidFill>
              <a:schemeClr val="tx1"/>
            </a:solidFill>
          </a:endParaRPr>
        </a:p>
      </dgm:t>
    </dgm:pt>
    <dgm:pt modelId="{9AC926C6-A5EA-46F9-A437-2BBCCB96FF63}" type="parTrans" cxnId="{9B719A2D-2471-42B6-BED8-68BB558DA3EF}">
      <dgm:prSet/>
      <dgm:spPr/>
      <dgm:t>
        <a:bodyPr/>
        <a:lstStyle/>
        <a:p>
          <a:endParaRPr lang="en-IN"/>
        </a:p>
      </dgm:t>
    </dgm:pt>
    <dgm:pt modelId="{04B43C85-12D6-4F2C-B3F9-CE1E48CF565A}" type="sibTrans" cxnId="{9B719A2D-2471-42B6-BED8-68BB558DA3EF}">
      <dgm:prSet/>
      <dgm:spPr/>
      <dgm:t>
        <a:bodyPr/>
        <a:lstStyle/>
        <a:p>
          <a:endParaRPr lang="en-IN"/>
        </a:p>
      </dgm:t>
    </dgm:pt>
    <dgm:pt modelId="{032C1C0B-BEC9-407A-A926-4D6B4DCB888D}" type="pres">
      <dgm:prSet presAssocID="{E928D7EB-F88A-4089-BB7C-E6B2B976104D}" presName="Name0" presStyleCnt="0">
        <dgm:presLayoutVars>
          <dgm:chMax val="7"/>
          <dgm:chPref val="7"/>
          <dgm:dir/>
        </dgm:presLayoutVars>
      </dgm:prSet>
      <dgm:spPr/>
    </dgm:pt>
    <dgm:pt modelId="{FC286273-379B-4C97-A690-2AEC00A0CAE6}" type="pres">
      <dgm:prSet presAssocID="{E928D7EB-F88A-4089-BB7C-E6B2B976104D}" presName="Name1" presStyleCnt="0"/>
      <dgm:spPr/>
    </dgm:pt>
    <dgm:pt modelId="{81B467D9-08DD-4E01-ABD8-23AA9CBCFE01}" type="pres">
      <dgm:prSet presAssocID="{E928D7EB-F88A-4089-BB7C-E6B2B976104D}" presName="cycle" presStyleCnt="0"/>
      <dgm:spPr/>
    </dgm:pt>
    <dgm:pt modelId="{51347FDC-048A-41B1-9CF6-EF611AE38058}" type="pres">
      <dgm:prSet presAssocID="{E928D7EB-F88A-4089-BB7C-E6B2B976104D}" presName="srcNode" presStyleLbl="node1" presStyleIdx="0" presStyleCnt="3"/>
      <dgm:spPr/>
    </dgm:pt>
    <dgm:pt modelId="{44768AD8-18CB-4917-B232-D32D62806CCD}" type="pres">
      <dgm:prSet presAssocID="{E928D7EB-F88A-4089-BB7C-E6B2B976104D}" presName="conn" presStyleLbl="parChTrans1D2" presStyleIdx="0" presStyleCnt="1"/>
      <dgm:spPr/>
    </dgm:pt>
    <dgm:pt modelId="{AEA022C1-BA27-4ECC-BC08-7FA975D6BB89}" type="pres">
      <dgm:prSet presAssocID="{E928D7EB-F88A-4089-BB7C-E6B2B976104D}" presName="extraNode" presStyleLbl="node1" presStyleIdx="0" presStyleCnt="3"/>
      <dgm:spPr/>
    </dgm:pt>
    <dgm:pt modelId="{70B4F125-18E2-487A-8803-9767356D3845}" type="pres">
      <dgm:prSet presAssocID="{E928D7EB-F88A-4089-BB7C-E6B2B976104D}" presName="dstNode" presStyleLbl="node1" presStyleIdx="0" presStyleCnt="3"/>
      <dgm:spPr/>
    </dgm:pt>
    <dgm:pt modelId="{12308903-36E0-4661-BEB1-E343B44BE375}" type="pres">
      <dgm:prSet presAssocID="{7E1F1E39-809F-4C48-A45A-A1EF9B63EEB4}" presName="text_1" presStyleLbl="node1" presStyleIdx="0" presStyleCnt="3" custScaleY="124460" custLinFactNeighborX="1747" custLinFactNeighborY="-899">
        <dgm:presLayoutVars>
          <dgm:bulletEnabled val="1"/>
        </dgm:presLayoutVars>
      </dgm:prSet>
      <dgm:spPr/>
    </dgm:pt>
    <dgm:pt modelId="{AF556073-1C8F-4F8C-AF26-6DE3F168FD11}" type="pres">
      <dgm:prSet presAssocID="{7E1F1E39-809F-4C48-A45A-A1EF9B63EEB4}" presName="accent_1" presStyleCnt="0"/>
      <dgm:spPr/>
    </dgm:pt>
    <dgm:pt modelId="{96549399-6C2B-4871-B314-D3ACC2152C56}" type="pres">
      <dgm:prSet presAssocID="{7E1F1E39-809F-4C48-A45A-A1EF9B63EEB4}" presName="accentRepeatNode" presStyleLbl="solidFgAcc1" presStyleIdx="0" presStyleCnt="3" custLinFactNeighborX="-1439" custLinFactNeighborY="719"/>
      <dgm:spPr>
        <a:effectLst/>
      </dgm:spPr>
    </dgm:pt>
    <dgm:pt modelId="{C881464B-7757-4E0B-B3D9-6493E17A34BE}" type="pres">
      <dgm:prSet presAssocID="{C832FEC4-79E7-4FAF-8A16-300389F18086}" presName="text_2" presStyleLbl="node1" presStyleIdx="1" presStyleCnt="3" custScaleY="145453" custLinFactNeighborY="-784">
        <dgm:presLayoutVars>
          <dgm:bulletEnabled val="1"/>
        </dgm:presLayoutVars>
      </dgm:prSet>
      <dgm:spPr/>
    </dgm:pt>
    <dgm:pt modelId="{D55CF268-EA16-4E57-991A-D3B9FEBE23C4}" type="pres">
      <dgm:prSet presAssocID="{C832FEC4-79E7-4FAF-8A16-300389F18086}" presName="accent_2" presStyleCnt="0"/>
      <dgm:spPr/>
    </dgm:pt>
    <dgm:pt modelId="{101A8995-0FFC-4600-A80D-2D1761DC86A0}" type="pres">
      <dgm:prSet presAssocID="{C832FEC4-79E7-4FAF-8A16-300389F18086}" presName="accentRepeatNode" presStyleLbl="solidFgAcc1" presStyleIdx="1" presStyleCnt="3"/>
      <dgm:spPr/>
    </dgm:pt>
    <dgm:pt modelId="{E9451AE1-95CA-42AF-93AF-1ADFE7029F24}" type="pres">
      <dgm:prSet presAssocID="{B52E73FC-3176-4934-9538-484F0C301422}" presName="text_3" presStyleLbl="node1" presStyleIdx="2" presStyleCnt="3" custScaleY="121942">
        <dgm:presLayoutVars>
          <dgm:bulletEnabled val="1"/>
        </dgm:presLayoutVars>
      </dgm:prSet>
      <dgm:spPr/>
    </dgm:pt>
    <dgm:pt modelId="{5EFB12C9-74B6-4BA7-ABE1-E8EA6F0B97B8}" type="pres">
      <dgm:prSet presAssocID="{B52E73FC-3176-4934-9538-484F0C301422}" presName="accent_3" presStyleCnt="0"/>
      <dgm:spPr/>
    </dgm:pt>
    <dgm:pt modelId="{FE37ECE8-99CD-4DB1-A384-59BA9F2AD16D}" type="pres">
      <dgm:prSet presAssocID="{B52E73FC-3176-4934-9538-484F0C301422}" presName="accentRepeatNode" presStyleLbl="solidFgAcc1" presStyleIdx="2" presStyleCnt="3"/>
      <dgm:spPr/>
    </dgm:pt>
  </dgm:ptLst>
  <dgm:cxnLst>
    <dgm:cxn modelId="{4767500B-3433-40A0-8AD8-5EBE2CD54AB5}" type="presOf" srcId="{114BBDFC-0315-4B3E-B8A5-8D806F936661}" destId="{C881464B-7757-4E0B-B3D9-6493E17A34BE}" srcOrd="0" destOrd="4" presId="urn:microsoft.com/office/officeart/2008/layout/VerticalCurvedList"/>
    <dgm:cxn modelId="{2249911D-6AC3-411A-B2C3-27AD521CC78B}" srcId="{C832FEC4-79E7-4FAF-8A16-300389F18086}" destId="{32F1CB8B-F2C4-4965-BC7A-04ACFAAD576D}" srcOrd="2" destOrd="0" parTransId="{13CCA360-F9A3-492F-8E3A-DB78921CCCFC}" sibTransId="{9858C5D6-DA6E-4A8A-89A1-9E0328A8A198}"/>
    <dgm:cxn modelId="{2142AA21-4E1F-4AAF-8DE3-A706FB0F96E8}" type="presOf" srcId="{3488EF08-62CC-434B-A199-B51B546DF959}" destId="{12308903-36E0-4661-BEB1-E343B44BE375}" srcOrd="0" destOrd="1" presId="urn:microsoft.com/office/officeart/2008/layout/VerticalCurvedList"/>
    <dgm:cxn modelId="{E06E7622-04FC-4A23-9BEA-E0B800D604A4}" srcId="{7E1F1E39-809F-4C48-A45A-A1EF9B63EEB4}" destId="{7980C968-98D7-4E35-B5AA-D405C6C8698A}" srcOrd="1" destOrd="0" parTransId="{569E9D21-201C-4509-B8BC-2DCE2EAF472E}" sibTransId="{81A3BB8D-7DCE-43A9-8C10-350398713D1F}"/>
    <dgm:cxn modelId="{9B719A2D-2471-42B6-BED8-68BB558DA3EF}" srcId="{B52E73FC-3176-4934-9538-484F0C301422}" destId="{329F07E6-3EDF-4B45-9A2E-B5CE2309355B}" srcOrd="1" destOrd="0" parTransId="{9AC926C6-A5EA-46F9-A437-2BBCCB96FF63}" sibTransId="{04B43C85-12D6-4F2C-B3F9-CE1E48CF565A}"/>
    <dgm:cxn modelId="{4968932E-8A81-424B-B69E-19A45AAC0344}" srcId="{E928D7EB-F88A-4089-BB7C-E6B2B976104D}" destId="{7E1F1E39-809F-4C48-A45A-A1EF9B63EEB4}" srcOrd="0" destOrd="0" parTransId="{666A720D-97C7-40E4-84D6-6C021A58B561}" sibTransId="{3FADFEEA-2838-418B-A020-9845589E8961}"/>
    <dgm:cxn modelId="{9B24CA34-894A-4932-A6B3-D7AD2747DAB0}" srcId="{7E1F1E39-809F-4C48-A45A-A1EF9B63EEB4}" destId="{5E58107A-78BA-4C32-B6D1-76222C09ED77}" srcOrd="2" destOrd="0" parTransId="{43FF380E-FE9F-48C7-A740-B45B4CA33761}" sibTransId="{5265A0D1-75F8-4919-B853-D2732D79054D}"/>
    <dgm:cxn modelId="{E1AFD738-3E20-4938-A1A3-CAFA85343A21}" type="presOf" srcId="{FAE4B359-6844-4AA6-8635-B5D97221BCE6}" destId="{C881464B-7757-4E0B-B3D9-6493E17A34BE}" srcOrd="0" destOrd="1" presId="urn:microsoft.com/office/officeart/2008/layout/VerticalCurvedList"/>
    <dgm:cxn modelId="{FC699860-6BBA-483A-9276-BDC83AE8FDB7}" srcId="{B52E73FC-3176-4934-9538-484F0C301422}" destId="{5892C683-FA90-4230-9860-EC5B750D465D}" srcOrd="0" destOrd="0" parTransId="{BF9E387C-3DDE-4169-BBCB-F7671E0A77B9}" sibTransId="{1E5B986D-D70F-449F-B58B-AAE41BC2A107}"/>
    <dgm:cxn modelId="{1953F861-6D40-4296-8FFB-3C11FE92C810}" type="presOf" srcId="{329F07E6-3EDF-4B45-9A2E-B5CE2309355B}" destId="{E9451AE1-95CA-42AF-93AF-1ADFE7029F24}" srcOrd="0" destOrd="2" presId="urn:microsoft.com/office/officeart/2008/layout/VerticalCurvedList"/>
    <dgm:cxn modelId="{81C99963-42FF-48B9-AA8C-010F5EFF1225}" srcId="{C832FEC4-79E7-4FAF-8A16-300389F18086}" destId="{B8351227-5E31-4492-AE8A-8B86AC10CE69}" srcOrd="1" destOrd="0" parTransId="{F507D7FA-AA56-4893-9703-94CD42C46EB9}" sibTransId="{E5B95BD2-D15F-4D81-9036-B7FA3A0E808F}"/>
    <dgm:cxn modelId="{46443866-1E9D-468E-8795-E630295A3B8D}" srcId="{E928D7EB-F88A-4089-BB7C-E6B2B976104D}" destId="{B52E73FC-3176-4934-9538-484F0C301422}" srcOrd="2" destOrd="0" parTransId="{45D2FBFD-B115-4435-ABBD-0F695D23C61D}" sibTransId="{3E542C78-EA51-4D38-BCF1-D3534F4170C4}"/>
    <dgm:cxn modelId="{6304D359-83EF-4766-A049-428FA7A702A8}" type="presOf" srcId="{B8351227-5E31-4492-AE8A-8B86AC10CE69}" destId="{C881464B-7757-4E0B-B3D9-6493E17A34BE}" srcOrd="0" destOrd="2" presId="urn:microsoft.com/office/officeart/2008/layout/VerticalCurvedList"/>
    <dgm:cxn modelId="{57388689-963E-455F-9D95-77C6E78764C9}" type="presOf" srcId="{7E1F1E39-809F-4C48-A45A-A1EF9B63EEB4}" destId="{12308903-36E0-4661-BEB1-E343B44BE375}" srcOrd="0" destOrd="0" presId="urn:microsoft.com/office/officeart/2008/layout/VerticalCurvedList"/>
    <dgm:cxn modelId="{6AF7628B-07B5-428B-89B0-3F02D0B49E31}" type="presOf" srcId="{A1AEB2CD-0332-4B93-BC68-132D4B923057}" destId="{44768AD8-18CB-4917-B232-D32D62806CCD}" srcOrd="0" destOrd="0" presId="urn:microsoft.com/office/officeart/2008/layout/VerticalCurvedList"/>
    <dgm:cxn modelId="{572C568E-282C-45FB-9BFE-8B50E5DBD6C9}" type="presOf" srcId="{5E58107A-78BA-4C32-B6D1-76222C09ED77}" destId="{12308903-36E0-4661-BEB1-E343B44BE375}" srcOrd="0" destOrd="3" presId="urn:microsoft.com/office/officeart/2008/layout/VerticalCurvedList"/>
    <dgm:cxn modelId="{FCD413A5-F247-4618-9357-C23A4E84A359}" type="presOf" srcId="{7980C968-98D7-4E35-B5AA-D405C6C8698A}" destId="{12308903-36E0-4661-BEB1-E343B44BE375}" srcOrd="0" destOrd="2" presId="urn:microsoft.com/office/officeart/2008/layout/VerticalCurvedList"/>
    <dgm:cxn modelId="{20B721AD-F148-478D-8263-BC4F2575A211}" srcId="{C832FEC4-79E7-4FAF-8A16-300389F18086}" destId="{FAE4B359-6844-4AA6-8635-B5D97221BCE6}" srcOrd="0" destOrd="0" parTransId="{3ECF8D59-8A0F-4D8E-827D-E4EE917DEFAF}" sibTransId="{3872CC29-027A-4BCD-8C14-93C82F92BBCF}"/>
    <dgm:cxn modelId="{137D86B4-A007-468A-8F5F-377F2F38BAB5}" type="presOf" srcId="{E928D7EB-F88A-4089-BB7C-E6B2B976104D}" destId="{032C1C0B-BEC9-407A-A926-4D6B4DCB888D}" srcOrd="0" destOrd="0" presId="urn:microsoft.com/office/officeart/2008/layout/VerticalCurvedList"/>
    <dgm:cxn modelId="{223917BA-996A-4FF9-B2C3-B2B1C19A89D3}" type="presOf" srcId="{B52E73FC-3176-4934-9538-484F0C301422}" destId="{E9451AE1-95CA-42AF-93AF-1ADFE7029F24}" srcOrd="0" destOrd="0" presId="urn:microsoft.com/office/officeart/2008/layout/VerticalCurvedList"/>
    <dgm:cxn modelId="{7C2A01C2-C20B-4F76-997B-F8114A8F0BD2}" srcId="{7E1F1E39-809F-4C48-A45A-A1EF9B63EEB4}" destId="{D73B4B27-0A52-41A8-BDF8-263DF82A521C}" srcOrd="3" destOrd="0" parTransId="{6C52216F-4FCC-4D65-AC3F-301C32C0202D}" sibTransId="{4BEA76BB-6621-40E1-83BA-C0B8D03BFC34}"/>
    <dgm:cxn modelId="{942504C5-2578-4EFE-A8AC-4E830C193DA2}" srcId="{E928D7EB-F88A-4089-BB7C-E6B2B976104D}" destId="{C832FEC4-79E7-4FAF-8A16-300389F18086}" srcOrd="1" destOrd="0" parTransId="{F02E95AE-0A1F-40AA-980F-E6EC79ED2099}" sibTransId="{4728CD1D-7605-44C4-8620-6BC2AB384BCD}"/>
    <dgm:cxn modelId="{E9DEE3D4-F917-490B-A59D-D154E14EB676}" type="presOf" srcId="{8EF8EC19-A6F6-47C5-ABD1-00CF264E36B1}" destId="{12308903-36E0-4661-BEB1-E343B44BE375}" srcOrd="0" destOrd="5" presId="urn:microsoft.com/office/officeart/2008/layout/VerticalCurvedList"/>
    <dgm:cxn modelId="{9B7F10DC-15FE-4421-83D2-BF01841B3F12}" type="presOf" srcId="{5892C683-FA90-4230-9860-EC5B750D465D}" destId="{E9451AE1-95CA-42AF-93AF-1ADFE7029F24}" srcOrd="0" destOrd="1" presId="urn:microsoft.com/office/officeart/2008/layout/VerticalCurvedList"/>
    <dgm:cxn modelId="{41847CDE-A21C-4381-9F73-4675BBC2F4C3}" type="presOf" srcId="{C832FEC4-79E7-4FAF-8A16-300389F18086}" destId="{C881464B-7757-4E0B-B3D9-6493E17A34BE}" srcOrd="0" destOrd="0" presId="urn:microsoft.com/office/officeart/2008/layout/VerticalCurvedList"/>
    <dgm:cxn modelId="{ABF09FDE-0924-4FC0-A0EE-15A4BFE9A8FB}" srcId="{7E1F1E39-809F-4C48-A45A-A1EF9B63EEB4}" destId="{8EF8EC19-A6F6-47C5-ABD1-00CF264E36B1}" srcOrd="4" destOrd="0" parTransId="{1FD9A0CF-36DA-4C10-B8E8-928EC5E9B9E2}" sibTransId="{20CFA19B-BD51-48A0-9901-38018B7A1A83}"/>
    <dgm:cxn modelId="{24F942E3-7FBB-44B2-94A0-6757D30891CC}" type="presOf" srcId="{32F1CB8B-F2C4-4965-BC7A-04ACFAAD576D}" destId="{C881464B-7757-4E0B-B3D9-6493E17A34BE}" srcOrd="0" destOrd="3" presId="urn:microsoft.com/office/officeart/2008/layout/VerticalCurvedList"/>
    <dgm:cxn modelId="{F0F2C6E4-F602-40F1-902F-83A55212DAEF}" srcId="{7E1F1E39-809F-4C48-A45A-A1EF9B63EEB4}" destId="{3488EF08-62CC-434B-A199-B51B546DF959}" srcOrd="0" destOrd="0" parTransId="{AAE51C6A-7CF8-42E8-A9F3-9E7693A3D5CF}" sibTransId="{A1AEB2CD-0332-4B93-BC68-132D4B923057}"/>
    <dgm:cxn modelId="{9D0B58E9-2970-410D-9406-B987D1692351}" srcId="{C832FEC4-79E7-4FAF-8A16-300389F18086}" destId="{114BBDFC-0315-4B3E-B8A5-8D806F936661}" srcOrd="3" destOrd="0" parTransId="{9469DE47-7F90-4CC6-B765-81F02D74B213}" sibTransId="{740AB125-DFB2-4B26-B012-7A4839555DE7}"/>
    <dgm:cxn modelId="{00E928EF-B33D-47E1-9C26-6AEF7B9476AE}" type="presOf" srcId="{D73B4B27-0A52-41A8-BDF8-263DF82A521C}" destId="{12308903-36E0-4661-BEB1-E343B44BE375}" srcOrd="0" destOrd="4" presId="urn:microsoft.com/office/officeart/2008/layout/VerticalCurvedList"/>
    <dgm:cxn modelId="{8B13DD6A-3C51-408C-9DC1-A2A7BFB50D2B}" type="presParOf" srcId="{032C1C0B-BEC9-407A-A926-4D6B4DCB888D}" destId="{FC286273-379B-4C97-A690-2AEC00A0CAE6}" srcOrd="0" destOrd="0" presId="urn:microsoft.com/office/officeart/2008/layout/VerticalCurvedList"/>
    <dgm:cxn modelId="{553E6F40-18A9-4E49-8E13-BAFFFD82020A}" type="presParOf" srcId="{FC286273-379B-4C97-A690-2AEC00A0CAE6}" destId="{81B467D9-08DD-4E01-ABD8-23AA9CBCFE01}" srcOrd="0" destOrd="0" presId="urn:microsoft.com/office/officeart/2008/layout/VerticalCurvedList"/>
    <dgm:cxn modelId="{87F5F0C5-D902-4866-B5A1-6541E8D773FC}" type="presParOf" srcId="{81B467D9-08DD-4E01-ABD8-23AA9CBCFE01}" destId="{51347FDC-048A-41B1-9CF6-EF611AE38058}" srcOrd="0" destOrd="0" presId="urn:microsoft.com/office/officeart/2008/layout/VerticalCurvedList"/>
    <dgm:cxn modelId="{C4C719DD-28FA-4993-BC21-6AE59BA23DAB}" type="presParOf" srcId="{81B467D9-08DD-4E01-ABD8-23AA9CBCFE01}" destId="{44768AD8-18CB-4917-B232-D32D62806CCD}" srcOrd="1" destOrd="0" presId="urn:microsoft.com/office/officeart/2008/layout/VerticalCurvedList"/>
    <dgm:cxn modelId="{5370C2A3-41B8-4338-A67D-3992AF1757E1}" type="presParOf" srcId="{81B467D9-08DD-4E01-ABD8-23AA9CBCFE01}" destId="{AEA022C1-BA27-4ECC-BC08-7FA975D6BB89}" srcOrd="2" destOrd="0" presId="urn:microsoft.com/office/officeart/2008/layout/VerticalCurvedList"/>
    <dgm:cxn modelId="{69E76733-3F2C-4167-8475-4A7C87D942BC}" type="presParOf" srcId="{81B467D9-08DD-4E01-ABD8-23AA9CBCFE01}" destId="{70B4F125-18E2-487A-8803-9767356D3845}" srcOrd="3" destOrd="0" presId="urn:microsoft.com/office/officeart/2008/layout/VerticalCurvedList"/>
    <dgm:cxn modelId="{DB89AE54-BE32-4DB8-8D41-EA89A59598E0}" type="presParOf" srcId="{FC286273-379B-4C97-A690-2AEC00A0CAE6}" destId="{12308903-36E0-4661-BEB1-E343B44BE375}" srcOrd="1" destOrd="0" presId="urn:microsoft.com/office/officeart/2008/layout/VerticalCurvedList"/>
    <dgm:cxn modelId="{A817A67A-EA21-4811-93DA-213AF42AB740}" type="presParOf" srcId="{FC286273-379B-4C97-A690-2AEC00A0CAE6}" destId="{AF556073-1C8F-4F8C-AF26-6DE3F168FD11}" srcOrd="2" destOrd="0" presId="urn:microsoft.com/office/officeart/2008/layout/VerticalCurvedList"/>
    <dgm:cxn modelId="{078B28F6-4A89-495B-AD0C-760B0768EC60}" type="presParOf" srcId="{AF556073-1C8F-4F8C-AF26-6DE3F168FD11}" destId="{96549399-6C2B-4871-B314-D3ACC2152C56}" srcOrd="0" destOrd="0" presId="urn:microsoft.com/office/officeart/2008/layout/VerticalCurvedList"/>
    <dgm:cxn modelId="{F7B37E2D-495A-4BC0-88CA-EBE40F72B6AD}" type="presParOf" srcId="{FC286273-379B-4C97-A690-2AEC00A0CAE6}" destId="{C881464B-7757-4E0B-B3D9-6493E17A34BE}" srcOrd="3" destOrd="0" presId="urn:microsoft.com/office/officeart/2008/layout/VerticalCurvedList"/>
    <dgm:cxn modelId="{0C2226DE-E4AF-4563-A599-819FA70C234A}" type="presParOf" srcId="{FC286273-379B-4C97-A690-2AEC00A0CAE6}" destId="{D55CF268-EA16-4E57-991A-D3B9FEBE23C4}" srcOrd="4" destOrd="0" presId="urn:microsoft.com/office/officeart/2008/layout/VerticalCurvedList"/>
    <dgm:cxn modelId="{BF7349C0-9572-4F79-8FDF-B95E6F55333D}" type="presParOf" srcId="{D55CF268-EA16-4E57-991A-D3B9FEBE23C4}" destId="{101A8995-0FFC-4600-A80D-2D1761DC86A0}" srcOrd="0" destOrd="0" presId="urn:microsoft.com/office/officeart/2008/layout/VerticalCurvedList"/>
    <dgm:cxn modelId="{C75D765A-4962-4D11-9C9A-750C3FD69404}" type="presParOf" srcId="{FC286273-379B-4C97-A690-2AEC00A0CAE6}" destId="{E9451AE1-95CA-42AF-93AF-1ADFE7029F24}" srcOrd="5" destOrd="0" presId="urn:microsoft.com/office/officeart/2008/layout/VerticalCurvedList"/>
    <dgm:cxn modelId="{32934DF5-B1E7-4E18-B23F-8E9B35C8AA35}" type="presParOf" srcId="{FC286273-379B-4C97-A690-2AEC00A0CAE6}" destId="{5EFB12C9-74B6-4BA7-ABE1-E8EA6F0B97B8}" srcOrd="6" destOrd="0" presId="urn:microsoft.com/office/officeart/2008/layout/VerticalCurvedList"/>
    <dgm:cxn modelId="{5DA9B3BD-3265-4A2F-B62F-F7F2042EF6EE}" type="presParOf" srcId="{5EFB12C9-74B6-4BA7-ABE1-E8EA6F0B97B8}" destId="{FE37ECE8-99CD-4DB1-A384-59BA9F2AD16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36349FD-D314-4949-A3A1-596E734E63A4}" type="doc">
      <dgm:prSet loTypeId="urn:microsoft.com/office/officeart/2005/8/layout/vProcess5" loCatId="process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F4CCF99-1177-46BF-9BB5-62F9E8740B86}">
      <dgm:prSet/>
      <dgm:spPr/>
      <dgm:t>
        <a:bodyPr/>
        <a:lstStyle/>
        <a:p>
          <a:r>
            <a:rPr lang="en-US" b="1" i="0" baseline="0" dirty="0"/>
            <a:t>Identified and studied multiple research papers on iconography</a:t>
          </a:r>
          <a:endParaRPr lang="en-IN" b="1" dirty="0"/>
        </a:p>
      </dgm:t>
    </dgm:pt>
    <dgm:pt modelId="{819C6300-6EA5-4E0E-A4AB-61B8DC178D18}" type="parTrans" cxnId="{7243CEF6-81EC-467C-BFAE-AB49619A6F70}">
      <dgm:prSet/>
      <dgm:spPr/>
      <dgm:t>
        <a:bodyPr/>
        <a:lstStyle/>
        <a:p>
          <a:endParaRPr lang="en-IN"/>
        </a:p>
      </dgm:t>
    </dgm:pt>
    <dgm:pt modelId="{6A7448A2-DCF3-4544-8054-98C766BAAC41}" type="sibTrans" cxnId="{7243CEF6-81EC-467C-BFAE-AB49619A6F70}">
      <dgm:prSet/>
      <dgm:spPr/>
      <dgm:t>
        <a:bodyPr/>
        <a:lstStyle/>
        <a:p>
          <a:endParaRPr lang="en-IN"/>
        </a:p>
      </dgm:t>
    </dgm:pt>
    <dgm:pt modelId="{EECC5161-0F64-4749-AAC2-B08465B4B359}">
      <dgm:prSet/>
      <dgm:spPr/>
      <dgm:t>
        <a:bodyPr/>
        <a:lstStyle/>
        <a:p>
          <a:r>
            <a:rPr lang="en-US" b="1" i="0" baseline="0" dirty="0"/>
            <a:t>Extracted key information from each paper</a:t>
          </a:r>
          <a:endParaRPr lang="en-IN" b="1" dirty="0"/>
        </a:p>
      </dgm:t>
    </dgm:pt>
    <dgm:pt modelId="{A993B4AF-E4D5-4C49-A26C-A1E2F227A79B}" type="parTrans" cxnId="{83782E41-D546-4F21-9FD5-8371AE3E8419}">
      <dgm:prSet/>
      <dgm:spPr/>
      <dgm:t>
        <a:bodyPr/>
        <a:lstStyle/>
        <a:p>
          <a:endParaRPr lang="en-IN"/>
        </a:p>
      </dgm:t>
    </dgm:pt>
    <dgm:pt modelId="{249F94CE-95E1-4505-AAEC-DA5D928F59A0}" type="sibTrans" cxnId="{83782E41-D546-4F21-9FD5-8371AE3E8419}">
      <dgm:prSet/>
      <dgm:spPr/>
      <dgm:t>
        <a:bodyPr/>
        <a:lstStyle/>
        <a:p>
          <a:endParaRPr lang="en-IN" dirty="0"/>
        </a:p>
      </dgm:t>
    </dgm:pt>
    <dgm:pt modelId="{6C5F8CD8-E863-43EF-BBA3-E6A9CDAC3278}">
      <dgm:prSet/>
      <dgm:spPr/>
      <dgm:t>
        <a:bodyPr/>
        <a:lstStyle/>
        <a:p>
          <a:r>
            <a:rPr lang="en-US" b="1" i="0" baseline="0" dirty="0"/>
            <a:t>Performed comparative analysis using a structured table</a:t>
          </a:r>
          <a:endParaRPr lang="en-IN" b="1" dirty="0"/>
        </a:p>
      </dgm:t>
    </dgm:pt>
    <dgm:pt modelId="{685F59C4-1585-4B32-AB94-03D6B21FD974}" type="parTrans" cxnId="{E7FA6097-093E-41E7-81BC-1917F1BA0D13}">
      <dgm:prSet/>
      <dgm:spPr/>
      <dgm:t>
        <a:bodyPr/>
        <a:lstStyle/>
        <a:p>
          <a:endParaRPr lang="en-IN"/>
        </a:p>
      </dgm:t>
    </dgm:pt>
    <dgm:pt modelId="{F42E8606-8BE2-40E6-9199-6C78ED8A4A6B}" type="sibTrans" cxnId="{E7FA6097-093E-41E7-81BC-1917F1BA0D13}">
      <dgm:prSet/>
      <dgm:spPr/>
      <dgm:t>
        <a:bodyPr/>
        <a:lstStyle/>
        <a:p>
          <a:endParaRPr lang="en-IN"/>
        </a:p>
      </dgm:t>
    </dgm:pt>
    <dgm:pt modelId="{CF9FDE81-04E8-4902-81EB-24870ECB0985}">
      <dgm:prSet/>
      <dgm:spPr/>
      <dgm:t>
        <a:bodyPr/>
        <a:lstStyle/>
        <a:p>
          <a:r>
            <a:rPr lang="en-US" b="1" i="0" baseline="0" dirty="0"/>
            <a:t>Designed taxonomies based on application domains and cultural aspects</a:t>
          </a:r>
          <a:endParaRPr lang="en-IN" b="1" dirty="0"/>
        </a:p>
      </dgm:t>
    </dgm:pt>
    <dgm:pt modelId="{60C2D293-1CE3-431B-B19D-34F05B225273}" type="parTrans" cxnId="{E782B2B0-F29E-479B-9F8C-7B7A4C15A84D}">
      <dgm:prSet/>
      <dgm:spPr/>
      <dgm:t>
        <a:bodyPr/>
        <a:lstStyle/>
        <a:p>
          <a:endParaRPr lang="en-IN"/>
        </a:p>
      </dgm:t>
    </dgm:pt>
    <dgm:pt modelId="{BB5D3318-3D81-4603-99D6-DC820DB5C93E}" type="sibTrans" cxnId="{E782B2B0-F29E-479B-9F8C-7B7A4C15A84D}">
      <dgm:prSet/>
      <dgm:spPr/>
      <dgm:t>
        <a:bodyPr/>
        <a:lstStyle/>
        <a:p>
          <a:endParaRPr lang="en-IN"/>
        </a:p>
      </dgm:t>
    </dgm:pt>
    <dgm:pt modelId="{49C0B9A5-EDFE-4CAC-A793-5EE4D8869D50}" type="pres">
      <dgm:prSet presAssocID="{636349FD-D314-4949-A3A1-596E734E63A4}" presName="outerComposite" presStyleCnt="0">
        <dgm:presLayoutVars>
          <dgm:chMax val="5"/>
          <dgm:dir/>
          <dgm:resizeHandles val="exact"/>
        </dgm:presLayoutVars>
      </dgm:prSet>
      <dgm:spPr/>
    </dgm:pt>
    <dgm:pt modelId="{89A9EC2C-4BF1-4E1D-9744-809FE1A512E1}" type="pres">
      <dgm:prSet presAssocID="{636349FD-D314-4949-A3A1-596E734E63A4}" presName="dummyMaxCanvas" presStyleCnt="0">
        <dgm:presLayoutVars/>
      </dgm:prSet>
      <dgm:spPr/>
    </dgm:pt>
    <dgm:pt modelId="{A351058E-2CC8-46DF-B63E-E40E27191780}" type="pres">
      <dgm:prSet presAssocID="{636349FD-D314-4949-A3A1-596E734E63A4}" presName="FourNodes_1" presStyleLbl="node1" presStyleIdx="0" presStyleCnt="4">
        <dgm:presLayoutVars>
          <dgm:bulletEnabled val="1"/>
        </dgm:presLayoutVars>
      </dgm:prSet>
      <dgm:spPr/>
    </dgm:pt>
    <dgm:pt modelId="{D1158A70-7A51-4BD1-8E1A-44AB84C1B73C}" type="pres">
      <dgm:prSet presAssocID="{636349FD-D314-4949-A3A1-596E734E63A4}" presName="FourNodes_2" presStyleLbl="node1" presStyleIdx="1" presStyleCnt="4">
        <dgm:presLayoutVars>
          <dgm:bulletEnabled val="1"/>
        </dgm:presLayoutVars>
      </dgm:prSet>
      <dgm:spPr/>
    </dgm:pt>
    <dgm:pt modelId="{D6B26DE6-2620-44C7-B306-F465345D90D6}" type="pres">
      <dgm:prSet presAssocID="{636349FD-D314-4949-A3A1-596E734E63A4}" presName="FourNodes_3" presStyleLbl="node1" presStyleIdx="2" presStyleCnt="4">
        <dgm:presLayoutVars>
          <dgm:bulletEnabled val="1"/>
        </dgm:presLayoutVars>
      </dgm:prSet>
      <dgm:spPr/>
    </dgm:pt>
    <dgm:pt modelId="{FF1A8AFB-5DC7-4655-A7DD-548F15C5C70C}" type="pres">
      <dgm:prSet presAssocID="{636349FD-D314-4949-A3A1-596E734E63A4}" presName="FourNodes_4" presStyleLbl="node1" presStyleIdx="3" presStyleCnt="4">
        <dgm:presLayoutVars>
          <dgm:bulletEnabled val="1"/>
        </dgm:presLayoutVars>
      </dgm:prSet>
      <dgm:spPr/>
    </dgm:pt>
    <dgm:pt modelId="{75F44A05-94F1-4E54-98B4-4242710AEA2D}" type="pres">
      <dgm:prSet presAssocID="{636349FD-D314-4949-A3A1-596E734E63A4}" presName="FourConn_1-2" presStyleLbl="fgAccFollowNode1" presStyleIdx="0" presStyleCnt="3">
        <dgm:presLayoutVars>
          <dgm:bulletEnabled val="1"/>
        </dgm:presLayoutVars>
      </dgm:prSet>
      <dgm:spPr/>
    </dgm:pt>
    <dgm:pt modelId="{2320ED98-2944-4780-9BBF-EE5758BF7A24}" type="pres">
      <dgm:prSet presAssocID="{636349FD-D314-4949-A3A1-596E734E63A4}" presName="FourConn_2-3" presStyleLbl="fgAccFollowNode1" presStyleIdx="1" presStyleCnt="3">
        <dgm:presLayoutVars>
          <dgm:bulletEnabled val="1"/>
        </dgm:presLayoutVars>
      </dgm:prSet>
      <dgm:spPr/>
    </dgm:pt>
    <dgm:pt modelId="{4E944CFF-E9A6-44E5-A039-7630F0906AED}" type="pres">
      <dgm:prSet presAssocID="{636349FD-D314-4949-A3A1-596E734E63A4}" presName="FourConn_3-4" presStyleLbl="fgAccFollowNode1" presStyleIdx="2" presStyleCnt="3">
        <dgm:presLayoutVars>
          <dgm:bulletEnabled val="1"/>
        </dgm:presLayoutVars>
      </dgm:prSet>
      <dgm:spPr/>
    </dgm:pt>
    <dgm:pt modelId="{BE4FBD78-D59D-4944-83B1-391F8E583C38}" type="pres">
      <dgm:prSet presAssocID="{636349FD-D314-4949-A3A1-596E734E63A4}" presName="FourNodes_1_text" presStyleLbl="node1" presStyleIdx="3" presStyleCnt="4">
        <dgm:presLayoutVars>
          <dgm:bulletEnabled val="1"/>
        </dgm:presLayoutVars>
      </dgm:prSet>
      <dgm:spPr/>
    </dgm:pt>
    <dgm:pt modelId="{ACA58F5F-4DE0-493E-B5D3-A114A54B0D39}" type="pres">
      <dgm:prSet presAssocID="{636349FD-D314-4949-A3A1-596E734E63A4}" presName="FourNodes_2_text" presStyleLbl="node1" presStyleIdx="3" presStyleCnt="4">
        <dgm:presLayoutVars>
          <dgm:bulletEnabled val="1"/>
        </dgm:presLayoutVars>
      </dgm:prSet>
      <dgm:spPr/>
    </dgm:pt>
    <dgm:pt modelId="{23803F84-0D23-4449-83B3-B1752E98118C}" type="pres">
      <dgm:prSet presAssocID="{636349FD-D314-4949-A3A1-596E734E63A4}" presName="FourNodes_3_text" presStyleLbl="node1" presStyleIdx="3" presStyleCnt="4">
        <dgm:presLayoutVars>
          <dgm:bulletEnabled val="1"/>
        </dgm:presLayoutVars>
      </dgm:prSet>
      <dgm:spPr/>
    </dgm:pt>
    <dgm:pt modelId="{49E9DC37-BC0C-44D5-BFB5-E7919527508F}" type="pres">
      <dgm:prSet presAssocID="{636349FD-D314-4949-A3A1-596E734E63A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8334112-F854-4A68-8145-BEA05BEC09B6}" type="presOf" srcId="{249F94CE-95E1-4505-AAEC-DA5D928F59A0}" destId="{2320ED98-2944-4780-9BBF-EE5758BF7A24}" srcOrd="0" destOrd="0" presId="urn:microsoft.com/office/officeart/2005/8/layout/vProcess5"/>
    <dgm:cxn modelId="{5502F713-D4BB-491E-B0E2-0EE10F030F05}" type="presOf" srcId="{CF9FDE81-04E8-4902-81EB-24870ECB0985}" destId="{49E9DC37-BC0C-44D5-BFB5-E7919527508F}" srcOrd="1" destOrd="0" presId="urn:microsoft.com/office/officeart/2005/8/layout/vProcess5"/>
    <dgm:cxn modelId="{FB6F9A25-48F6-486C-B976-4F5AB435A04C}" type="presOf" srcId="{7F4CCF99-1177-46BF-9BB5-62F9E8740B86}" destId="{BE4FBD78-D59D-4944-83B1-391F8E583C38}" srcOrd="1" destOrd="0" presId="urn:microsoft.com/office/officeart/2005/8/layout/vProcess5"/>
    <dgm:cxn modelId="{A2D59735-F315-4863-BD37-0E7641369155}" type="presOf" srcId="{636349FD-D314-4949-A3A1-596E734E63A4}" destId="{49C0B9A5-EDFE-4CAC-A793-5EE4D8869D50}" srcOrd="0" destOrd="0" presId="urn:microsoft.com/office/officeart/2005/8/layout/vProcess5"/>
    <dgm:cxn modelId="{8AECA25D-3FC2-4F00-9845-A0D6E5912AAA}" type="presOf" srcId="{EECC5161-0F64-4749-AAC2-B08465B4B359}" destId="{D1158A70-7A51-4BD1-8E1A-44AB84C1B73C}" srcOrd="0" destOrd="0" presId="urn:microsoft.com/office/officeart/2005/8/layout/vProcess5"/>
    <dgm:cxn modelId="{83782E41-D546-4F21-9FD5-8371AE3E8419}" srcId="{636349FD-D314-4949-A3A1-596E734E63A4}" destId="{EECC5161-0F64-4749-AAC2-B08465B4B359}" srcOrd="1" destOrd="0" parTransId="{A993B4AF-E4D5-4C49-A26C-A1E2F227A79B}" sibTransId="{249F94CE-95E1-4505-AAEC-DA5D928F59A0}"/>
    <dgm:cxn modelId="{1DDBB650-79A9-4D1E-B8AA-8FFA0B2F6196}" type="presOf" srcId="{6C5F8CD8-E863-43EF-BBA3-E6A9CDAC3278}" destId="{D6B26DE6-2620-44C7-B306-F465345D90D6}" srcOrd="0" destOrd="0" presId="urn:microsoft.com/office/officeart/2005/8/layout/vProcess5"/>
    <dgm:cxn modelId="{7CF6F47D-7076-4441-A377-2B8512BD7C86}" type="presOf" srcId="{CF9FDE81-04E8-4902-81EB-24870ECB0985}" destId="{FF1A8AFB-5DC7-4655-A7DD-548F15C5C70C}" srcOrd="0" destOrd="0" presId="urn:microsoft.com/office/officeart/2005/8/layout/vProcess5"/>
    <dgm:cxn modelId="{E7FA6097-093E-41E7-81BC-1917F1BA0D13}" srcId="{636349FD-D314-4949-A3A1-596E734E63A4}" destId="{6C5F8CD8-E863-43EF-BBA3-E6A9CDAC3278}" srcOrd="2" destOrd="0" parTransId="{685F59C4-1585-4B32-AB94-03D6B21FD974}" sibTransId="{F42E8606-8BE2-40E6-9199-6C78ED8A4A6B}"/>
    <dgm:cxn modelId="{E53A8AA1-750E-47F9-AA93-78EE7D586817}" type="presOf" srcId="{7F4CCF99-1177-46BF-9BB5-62F9E8740B86}" destId="{A351058E-2CC8-46DF-B63E-E40E27191780}" srcOrd="0" destOrd="0" presId="urn:microsoft.com/office/officeart/2005/8/layout/vProcess5"/>
    <dgm:cxn modelId="{73E450A4-0010-475A-BC46-08E44D9AD7B3}" type="presOf" srcId="{F42E8606-8BE2-40E6-9199-6C78ED8A4A6B}" destId="{4E944CFF-E9A6-44E5-A039-7630F0906AED}" srcOrd="0" destOrd="0" presId="urn:microsoft.com/office/officeart/2005/8/layout/vProcess5"/>
    <dgm:cxn modelId="{E782B2B0-F29E-479B-9F8C-7B7A4C15A84D}" srcId="{636349FD-D314-4949-A3A1-596E734E63A4}" destId="{CF9FDE81-04E8-4902-81EB-24870ECB0985}" srcOrd="3" destOrd="0" parTransId="{60C2D293-1CE3-431B-B19D-34F05B225273}" sibTransId="{BB5D3318-3D81-4603-99D6-DC820DB5C93E}"/>
    <dgm:cxn modelId="{BAE95EB3-9F49-41E6-BB8D-2D0353545FF5}" type="presOf" srcId="{6A7448A2-DCF3-4544-8054-98C766BAAC41}" destId="{75F44A05-94F1-4E54-98B4-4242710AEA2D}" srcOrd="0" destOrd="0" presId="urn:microsoft.com/office/officeart/2005/8/layout/vProcess5"/>
    <dgm:cxn modelId="{056C35C9-2D1F-432E-9347-A2702757C0D2}" type="presOf" srcId="{6C5F8CD8-E863-43EF-BBA3-E6A9CDAC3278}" destId="{23803F84-0D23-4449-83B3-B1752E98118C}" srcOrd="1" destOrd="0" presId="urn:microsoft.com/office/officeart/2005/8/layout/vProcess5"/>
    <dgm:cxn modelId="{1F87ABEF-2570-4FBF-96E0-AEB497058183}" type="presOf" srcId="{EECC5161-0F64-4749-AAC2-B08465B4B359}" destId="{ACA58F5F-4DE0-493E-B5D3-A114A54B0D39}" srcOrd="1" destOrd="0" presId="urn:microsoft.com/office/officeart/2005/8/layout/vProcess5"/>
    <dgm:cxn modelId="{7243CEF6-81EC-467C-BFAE-AB49619A6F70}" srcId="{636349FD-D314-4949-A3A1-596E734E63A4}" destId="{7F4CCF99-1177-46BF-9BB5-62F9E8740B86}" srcOrd="0" destOrd="0" parTransId="{819C6300-6EA5-4E0E-A4AB-61B8DC178D18}" sibTransId="{6A7448A2-DCF3-4544-8054-98C766BAAC41}"/>
    <dgm:cxn modelId="{4D8B5AF1-AA03-47FA-8CE0-28E05C35154E}" type="presParOf" srcId="{49C0B9A5-EDFE-4CAC-A793-5EE4D8869D50}" destId="{89A9EC2C-4BF1-4E1D-9744-809FE1A512E1}" srcOrd="0" destOrd="0" presId="urn:microsoft.com/office/officeart/2005/8/layout/vProcess5"/>
    <dgm:cxn modelId="{3400B875-428B-4875-BC00-1D0306D8838D}" type="presParOf" srcId="{49C0B9A5-EDFE-4CAC-A793-5EE4D8869D50}" destId="{A351058E-2CC8-46DF-B63E-E40E27191780}" srcOrd="1" destOrd="0" presId="urn:microsoft.com/office/officeart/2005/8/layout/vProcess5"/>
    <dgm:cxn modelId="{061B5F30-6E2E-4AA0-9B48-250F9730E0B3}" type="presParOf" srcId="{49C0B9A5-EDFE-4CAC-A793-5EE4D8869D50}" destId="{D1158A70-7A51-4BD1-8E1A-44AB84C1B73C}" srcOrd="2" destOrd="0" presId="urn:microsoft.com/office/officeart/2005/8/layout/vProcess5"/>
    <dgm:cxn modelId="{D3D37FCC-C608-45C7-B0B0-A1A45735A8FC}" type="presParOf" srcId="{49C0B9A5-EDFE-4CAC-A793-5EE4D8869D50}" destId="{D6B26DE6-2620-44C7-B306-F465345D90D6}" srcOrd="3" destOrd="0" presId="urn:microsoft.com/office/officeart/2005/8/layout/vProcess5"/>
    <dgm:cxn modelId="{F14B2608-6324-4152-B0F1-F1F33777F3A9}" type="presParOf" srcId="{49C0B9A5-EDFE-4CAC-A793-5EE4D8869D50}" destId="{FF1A8AFB-5DC7-4655-A7DD-548F15C5C70C}" srcOrd="4" destOrd="0" presId="urn:microsoft.com/office/officeart/2005/8/layout/vProcess5"/>
    <dgm:cxn modelId="{EF1BAFD7-391F-4425-A14A-B82744CB6FBD}" type="presParOf" srcId="{49C0B9A5-EDFE-4CAC-A793-5EE4D8869D50}" destId="{75F44A05-94F1-4E54-98B4-4242710AEA2D}" srcOrd="5" destOrd="0" presId="urn:microsoft.com/office/officeart/2005/8/layout/vProcess5"/>
    <dgm:cxn modelId="{F5982950-0F60-4B5D-B7DD-5F7B73B531C0}" type="presParOf" srcId="{49C0B9A5-EDFE-4CAC-A793-5EE4D8869D50}" destId="{2320ED98-2944-4780-9BBF-EE5758BF7A24}" srcOrd="6" destOrd="0" presId="urn:microsoft.com/office/officeart/2005/8/layout/vProcess5"/>
    <dgm:cxn modelId="{91413F49-DB05-439F-8C17-D545DF1DC9C1}" type="presParOf" srcId="{49C0B9A5-EDFE-4CAC-A793-5EE4D8869D50}" destId="{4E944CFF-E9A6-44E5-A039-7630F0906AED}" srcOrd="7" destOrd="0" presId="urn:microsoft.com/office/officeart/2005/8/layout/vProcess5"/>
    <dgm:cxn modelId="{1DCA6070-FC52-491C-8469-4A5A29E31A10}" type="presParOf" srcId="{49C0B9A5-EDFE-4CAC-A793-5EE4D8869D50}" destId="{BE4FBD78-D59D-4944-83B1-391F8E583C38}" srcOrd="8" destOrd="0" presId="urn:microsoft.com/office/officeart/2005/8/layout/vProcess5"/>
    <dgm:cxn modelId="{3D3D1EC8-2AB6-4475-A7D7-96AE222EED22}" type="presParOf" srcId="{49C0B9A5-EDFE-4CAC-A793-5EE4D8869D50}" destId="{ACA58F5F-4DE0-493E-B5D3-A114A54B0D39}" srcOrd="9" destOrd="0" presId="urn:microsoft.com/office/officeart/2005/8/layout/vProcess5"/>
    <dgm:cxn modelId="{43E00752-3E35-4F7B-B0F1-F66ACD5A5155}" type="presParOf" srcId="{49C0B9A5-EDFE-4CAC-A793-5EE4D8869D50}" destId="{23803F84-0D23-4449-83B3-B1752E98118C}" srcOrd="10" destOrd="0" presId="urn:microsoft.com/office/officeart/2005/8/layout/vProcess5"/>
    <dgm:cxn modelId="{42F39888-B788-4291-9E28-D60393BA0C3D}" type="presParOf" srcId="{49C0B9A5-EDFE-4CAC-A793-5EE4D8869D50}" destId="{49E9DC37-BC0C-44D5-BFB5-E7919527508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06A6575-B9AA-471B-A13A-E89A0024E2AF}" type="doc">
      <dgm:prSet loTypeId="urn:microsoft.com/office/officeart/2005/8/layout/pList2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IN"/>
        </a:p>
      </dgm:t>
    </dgm:pt>
    <dgm:pt modelId="{F8E70DCC-2EA7-4D91-AB79-8FBE0CAB7BE1}">
      <dgm:prSet custT="1"/>
      <dgm:spPr/>
      <dgm:t>
        <a:bodyPr/>
        <a:lstStyle/>
        <a:p>
          <a:pPr algn="ctr"/>
          <a:r>
            <a:rPr lang="en-IN" sz="2000" b="1" dirty="0">
              <a:solidFill>
                <a:schemeClr val="tx1"/>
              </a:solidFill>
            </a:rPr>
            <a:t>Objectives of each paper</a:t>
          </a:r>
        </a:p>
        <a:p>
          <a:pPr algn="ctr"/>
          <a:endParaRPr lang="en-IN" sz="1600" dirty="0">
            <a:solidFill>
              <a:schemeClr val="tx1"/>
            </a:solidFill>
          </a:endParaRPr>
        </a:p>
        <a:p>
          <a:pPr algn="l"/>
          <a:r>
            <a:rPr lang="en-US" sz="1400" dirty="0">
              <a:solidFill>
                <a:schemeClr val="tx1"/>
              </a:solidFill>
            </a:rPr>
            <a:t>Clarifying the specific aims and goals of each paper.</a:t>
          </a:r>
          <a:endParaRPr lang="en-IN" sz="1400" dirty="0">
            <a:solidFill>
              <a:schemeClr val="tx1"/>
            </a:solidFill>
          </a:endParaRPr>
        </a:p>
      </dgm:t>
    </dgm:pt>
    <dgm:pt modelId="{54595D73-909E-4560-9F8C-98B4446B392F}" type="parTrans" cxnId="{42240926-C22B-44FE-BF6A-0776D91835C2}">
      <dgm:prSet/>
      <dgm:spPr/>
      <dgm:t>
        <a:bodyPr/>
        <a:lstStyle/>
        <a:p>
          <a:endParaRPr lang="en-IN"/>
        </a:p>
      </dgm:t>
    </dgm:pt>
    <dgm:pt modelId="{7CDFBF18-F106-4683-B9D1-09566C38C1B4}" type="sibTrans" cxnId="{42240926-C22B-44FE-BF6A-0776D91835C2}">
      <dgm:prSet/>
      <dgm:spPr/>
      <dgm:t>
        <a:bodyPr/>
        <a:lstStyle/>
        <a:p>
          <a:endParaRPr lang="en-IN"/>
        </a:p>
      </dgm:t>
    </dgm:pt>
    <dgm:pt modelId="{62134D03-2E7F-4227-B157-150D0B286E75}">
      <dgm:prSet custT="1"/>
      <dgm:spPr/>
      <dgm:t>
        <a:bodyPr/>
        <a:lstStyle/>
        <a:p>
          <a:pPr algn="ctr"/>
          <a:r>
            <a:rPr lang="en-IN" sz="2000" b="1" dirty="0">
              <a:solidFill>
                <a:schemeClr val="tx1"/>
              </a:solidFill>
            </a:rPr>
            <a:t>Methodologies used</a:t>
          </a:r>
        </a:p>
        <a:p>
          <a:pPr algn="l"/>
          <a:endParaRPr lang="en-US" sz="1400" dirty="0">
            <a:solidFill>
              <a:schemeClr val="tx1"/>
            </a:solidFill>
          </a:endParaRPr>
        </a:p>
        <a:p>
          <a:pPr algn="l"/>
          <a:r>
            <a:rPr lang="en-US" sz="1400" dirty="0">
              <a:solidFill>
                <a:schemeClr val="tx1"/>
              </a:solidFill>
            </a:rPr>
            <a:t>Understanding the research approaches and techniques</a:t>
          </a:r>
          <a:r>
            <a:rPr lang="en-US" sz="1600" dirty="0">
              <a:solidFill>
                <a:schemeClr val="tx1"/>
              </a:solidFill>
            </a:rPr>
            <a:t> </a:t>
          </a:r>
          <a:r>
            <a:rPr lang="en-US" sz="1400" dirty="0">
              <a:solidFill>
                <a:schemeClr val="tx1"/>
              </a:solidFill>
            </a:rPr>
            <a:t>used for iconography</a:t>
          </a:r>
          <a:r>
            <a:rPr lang="en-US" sz="2000" dirty="0">
              <a:solidFill>
                <a:schemeClr val="tx1"/>
              </a:solidFill>
            </a:rPr>
            <a:t>.</a:t>
          </a:r>
          <a:endParaRPr lang="en-IN" sz="2000" dirty="0">
            <a:solidFill>
              <a:schemeClr val="tx1"/>
            </a:solidFill>
          </a:endParaRPr>
        </a:p>
        <a:p>
          <a:pPr algn="l"/>
          <a:endParaRPr lang="en-IN" sz="2000" dirty="0"/>
        </a:p>
      </dgm:t>
    </dgm:pt>
    <dgm:pt modelId="{20917BED-4747-48E8-B576-D6733D7888DF}" type="parTrans" cxnId="{16BCB395-E09E-443D-BA2E-638F2C40EDD8}">
      <dgm:prSet/>
      <dgm:spPr/>
      <dgm:t>
        <a:bodyPr/>
        <a:lstStyle/>
        <a:p>
          <a:endParaRPr lang="en-IN"/>
        </a:p>
      </dgm:t>
    </dgm:pt>
    <dgm:pt modelId="{BDEA911E-1377-4CC0-A4A2-B0A999F4E561}" type="sibTrans" cxnId="{16BCB395-E09E-443D-BA2E-638F2C40EDD8}">
      <dgm:prSet/>
      <dgm:spPr/>
      <dgm:t>
        <a:bodyPr/>
        <a:lstStyle/>
        <a:p>
          <a:endParaRPr lang="en-IN"/>
        </a:p>
      </dgm:t>
    </dgm:pt>
    <dgm:pt modelId="{78970638-AA13-4FA5-A2F9-90A064A69AB4}">
      <dgm:prSet custT="1"/>
      <dgm:spPr/>
      <dgm:t>
        <a:bodyPr/>
        <a:lstStyle/>
        <a:p>
          <a:pPr algn="ctr"/>
          <a:r>
            <a:rPr lang="en-IN" sz="2000" b="1" dirty="0">
              <a:solidFill>
                <a:schemeClr val="tx1"/>
              </a:solidFill>
            </a:rPr>
            <a:t>Strengths and weaknesses</a:t>
          </a:r>
        </a:p>
        <a:p>
          <a:pPr algn="l"/>
          <a:endParaRPr lang="en-US" sz="1400" dirty="0">
            <a:solidFill>
              <a:schemeClr val="tx1"/>
            </a:solidFill>
          </a:endParaRPr>
        </a:p>
        <a:p>
          <a:pPr algn="l"/>
          <a:r>
            <a:rPr lang="en-US" sz="1400" dirty="0">
              <a:solidFill>
                <a:schemeClr val="tx1"/>
              </a:solidFill>
            </a:rPr>
            <a:t>Assessing the merits and limitations of each research contribution.</a:t>
          </a:r>
          <a:endParaRPr lang="en-IN" sz="1400" dirty="0">
            <a:solidFill>
              <a:schemeClr val="tx1"/>
            </a:solidFill>
          </a:endParaRPr>
        </a:p>
      </dgm:t>
    </dgm:pt>
    <dgm:pt modelId="{140EC241-2290-404D-A26B-2C19685AE27B}" type="parTrans" cxnId="{99A47CFA-4386-4D08-8C48-7B0FC2FC2100}">
      <dgm:prSet/>
      <dgm:spPr/>
      <dgm:t>
        <a:bodyPr/>
        <a:lstStyle/>
        <a:p>
          <a:endParaRPr lang="en-IN"/>
        </a:p>
      </dgm:t>
    </dgm:pt>
    <dgm:pt modelId="{557EA931-E637-417D-BBBE-CD3B18858358}" type="sibTrans" cxnId="{99A47CFA-4386-4D08-8C48-7B0FC2FC2100}">
      <dgm:prSet/>
      <dgm:spPr/>
      <dgm:t>
        <a:bodyPr/>
        <a:lstStyle/>
        <a:p>
          <a:endParaRPr lang="en-IN"/>
        </a:p>
      </dgm:t>
    </dgm:pt>
    <dgm:pt modelId="{9EDE2C66-0119-4F76-A800-284DF6A8DA91}" type="pres">
      <dgm:prSet presAssocID="{806A6575-B9AA-471B-A13A-E89A0024E2AF}" presName="Name0" presStyleCnt="0">
        <dgm:presLayoutVars>
          <dgm:dir/>
          <dgm:resizeHandles val="exact"/>
        </dgm:presLayoutVars>
      </dgm:prSet>
      <dgm:spPr/>
    </dgm:pt>
    <dgm:pt modelId="{AB8692E0-FB28-4390-9225-248800008DCF}" type="pres">
      <dgm:prSet presAssocID="{806A6575-B9AA-471B-A13A-E89A0024E2AF}" presName="bkgdShp" presStyleLbl="alignAccFollowNode1" presStyleIdx="0" presStyleCnt="1"/>
      <dgm:spPr/>
    </dgm:pt>
    <dgm:pt modelId="{8AB881A3-6B69-440F-8F99-1CEB3C5576F3}" type="pres">
      <dgm:prSet presAssocID="{806A6575-B9AA-471B-A13A-E89A0024E2AF}" presName="linComp" presStyleCnt="0"/>
      <dgm:spPr/>
    </dgm:pt>
    <dgm:pt modelId="{9740DD1D-A5E5-4419-B4E7-46A2AE5C229B}" type="pres">
      <dgm:prSet presAssocID="{F8E70DCC-2EA7-4D91-AB79-8FBE0CAB7BE1}" presName="compNode" presStyleCnt="0"/>
      <dgm:spPr/>
    </dgm:pt>
    <dgm:pt modelId="{B7506B32-0009-421E-AC9A-510D5C1ECDCC}" type="pres">
      <dgm:prSet presAssocID="{F8E70DCC-2EA7-4D91-AB79-8FBE0CAB7BE1}" presName="node" presStyleLbl="node1" presStyleIdx="0" presStyleCnt="3">
        <dgm:presLayoutVars>
          <dgm:bulletEnabled val="1"/>
        </dgm:presLayoutVars>
      </dgm:prSet>
      <dgm:spPr/>
    </dgm:pt>
    <dgm:pt modelId="{A161E49F-CAF6-4EB6-BF53-DEBFB12CF859}" type="pres">
      <dgm:prSet presAssocID="{F8E70DCC-2EA7-4D91-AB79-8FBE0CAB7BE1}" presName="invisiNode" presStyleLbl="node1" presStyleIdx="0" presStyleCnt="3"/>
      <dgm:spPr/>
    </dgm:pt>
    <dgm:pt modelId="{9F07C9AD-EAD3-4DE9-BB16-57CCAF4638FD}" type="pres">
      <dgm:prSet presAssocID="{F8E70DCC-2EA7-4D91-AB79-8FBE0CAB7BE1}" presName="imagNode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 t="-3000" b="-3000"/>
          </a:stretch>
        </a:blipFill>
      </dgm:spPr>
    </dgm:pt>
    <dgm:pt modelId="{69AA89E2-9326-4EB0-BD79-20F1952108D3}" type="pres">
      <dgm:prSet presAssocID="{7CDFBF18-F106-4683-B9D1-09566C38C1B4}" presName="sibTrans" presStyleLbl="sibTrans2D1" presStyleIdx="0" presStyleCnt="0"/>
      <dgm:spPr/>
    </dgm:pt>
    <dgm:pt modelId="{6D7F3792-2126-472A-A32C-CD1F5672BF2B}" type="pres">
      <dgm:prSet presAssocID="{62134D03-2E7F-4227-B157-150D0B286E75}" presName="compNode" presStyleCnt="0"/>
      <dgm:spPr/>
    </dgm:pt>
    <dgm:pt modelId="{1CEABD48-BCD9-4D09-BC63-6D2333A3F367}" type="pres">
      <dgm:prSet presAssocID="{62134D03-2E7F-4227-B157-150D0B286E75}" presName="node" presStyleLbl="node1" presStyleIdx="1" presStyleCnt="3">
        <dgm:presLayoutVars>
          <dgm:bulletEnabled val="1"/>
        </dgm:presLayoutVars>
      </dgm:prSet>
      <dgm:spPr/>
    </dgm:pt>
    <dgm:pt modelId="{F917A7EE-BE23-4165-B93D-54C4175065A6}" type="pres">
      <dgm:prSet presAssocID="{62134D03-2E7F-4227-B157-150D0B286E75}" presName="invisiNode" presStyleLbl="node1" presStyleIdx="1" presStyleCnt="3"/>
      <dgm:spPr/>
    </dgm:pt>
    <dgm:pt modelId="{F912169A-BF65-4A67-BC50-6F9AE87E0DD9}" type="pres">
      <dgm:prSet presAssocID="{62134D03-2E7F-4227-B157-150D0B286E75}" presName="imagNode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 t="-2000" b="-2000"/>
          </a:stretch>
        </a:blipFill>
      </dgm:spPr>
    </dgm:pt>
    <dgm:pt modelId="{0CA3D7E6-F0C7-4085-9704-2E377288140D}" type="pres">
      <dgm:prSet presAssocID="{BDEA911E-1377-4CC0-A4A2-B0A999F4E561}" presName="sibTrans" presStyleLbl="sibTrans2D1" presStyleIdx="0" presStyleCnt="0"/>
      <dgm:spPr/>
    </dgm:pt>
    <dgm:pt modelId="{1B4F3051-92FD-4D15-8D70-05736596DC70}" type="pres">
      <dgm:prSet presAssocID="{78970638-AA13-4FA5-A2F9-90A064A69AB4}" presName="compNode" presStyleCnt="0"/>
      <dgm:spPr/>
    </dgm:pt>
    <dgm:pt modelId="{8EF36CB7-1377-40CC-9FB3-D2CD0CB50F8B}" type="pres">
      <dgm:prSet presAssocID="{78970638-AA13-4FA5-A2F9-90A064A69AB4}" presName="node" presStyleLbl="node1" presStyleIdx="2" presStyleCnt="3">
        <dgm:presLayoutVars>
          <dgm:bulletEnabled val="1"/>
        </dgm:presLayoutVars>
      </dgm:prSet>
      <dgm:spPr/>
    </dgm:pt>
    <dgm:pt modelId="{5F46B9D9-52A7-4EAB-A9E9-AF3408086742}" type="pres">
      <dgm:prSet presAssocID="{78970638-AA13-4FA5-A2F9-90A064A69AB4}" presName="invisiNode" presStyleLbl="node1" presStyleIdx="2" presStyleCnt="3"/>
      <dgm:spPr/>
    </dgm:pt>
    <dgm:pt modelId="{3C288A88-A67C-4B9F-865E-E97F39FF8569}" type="pres">
      <dgm:prSet presAssocID="{78970638-AA13-4FA5-A2F9-90A064A69AB4}" presName="imagNode" presStyleLbl="fgImgPlace1" presStyleIdx="2" presStyleCnt="3"/>
      <dgm:spPr>
        <a:blipFill>
          <a:blip xmlns:r="http://schemas.openxmlformats.org/officeDocument/2006/relationships" r:embed="rId3"/>
          <a:srcRect/>
          <a:stretch>
            <a:fillRect t="-10000" b="-10000"/>
          </a:stretch>
        </a:blipFill>
      </dgm:spPr>
    </dgm:pt>
  </dgm:ptLst>
  <dgm:cxnLst>
    <dgm:cxn modelId="{503D891F-B407-4126-B5AD-C34398D8D3B6}" type="presOf" srcId="{806A6575-B9AA-471B-A13A-E89A0024E2AF}" destId="{9EDE2C66-0119-4F76-A800-284DF6A8DA91}" srcOrd="0" destOrd="0" presId="urn:microsoft.com/office/officeart/2005/8/layout/pList2"/>
    <dgm:cxn modelId="{42240926-C22B-44FE-BF6A-0776D91835C2}" srcId="{806A6575-B9AA-471B-A13A-E89A0024E2AF}" destId="{F8E70DCC-2EA7-4D91-AB79-8FBE0CAB7BE1}" srcOrd="0" destOrd="0" parTransId="{54595D73-909E-4560-9F8C-98B4446B392F}" sibTransId="{7CDFBF18-F106-4683-B9D1-09566C38C1B4}"/>
    <dgm:cxn modelId="{2050212E-AD31-46A0-9097-D4F031397C9E}" type="presOf" srcId="{F8E70DCC-2EA7-4D91-AB79-8FBE0CAB7BE1}" destId="{B7506B32-0009-421E-AC9A-510D5C1ECDCC}" srcOrd="0" destOrd="0" presId="urn:microsoft.com/office/officeart/2005/8/layout/pList2"/>
    <dgm:cxn modelId="{25CED32F-7C1B-4DE2-B74E-C7F889045562}" type="presOf" srcId="{BDEA911E-1377-4CC0-A4A2-B0A999F4E561}" destId="{0CA3D7E6-F0C7-4085-9704-2E377288140D}" srcOrd="0" destOrd="0" presId="urn:microsoft.com/office/officeart/2005/8/layout/pList2"/>
    <dgm:cxn modelId="{16BCB395-E09E-443D-BA2E-638F2C40EDD8}" srcId="{806A6575-B9AA-471B-A13A-E89A0024E2AF}" destId="{62134D03-2E7F-4227-B157-150D0B286E75}" srcOrd="1" destOrd="0" parTransId="{20917BED-4747-48E8-B576-D6733D7888DF}" sibTransId="{BDEA911E-1377-4CC0-A4A2-B0A999F4E561}"/>
    <dgm:cxn modelId="{5CFF73B3-3FD5-4B86-96CD-268DEC2D9F85}" type="presOf" srcId="{7CDFBF18-F106-4683-B9D1-09566C38C1B4}" destId="{69AA89E2-9326-4EB0-BD79-20F1952108D3}" srcOrd="0" destOrd="0" presId="urn:microsoft.com/office/officeart/2005/8/layout/pList2"/>
    <dgm:cxn modelId="{687DE8BB-861C-47DC-9C3E-DDF0AD535558}" type="presOf" srcId="{78970638-AA13-4FA5-A2F9-90A064A69AB4}" destId="{8EF36CB7-1377-40CC-9FB3-D2CD0CB50F8B}" srcOrd="0" destOrd="0" presId="urn:microsoft.com/office/officeart/2005/8/layout/pList2"/>
    <dgm:cxn modelId="{3805A0F9-5CED-4FD9-8C69-F697B3821B83}" type="presOf" srcId="{62134D03-2E7F-4227-B157-150D0B286E75}" destId="{1CEABD48-BCD9-4D09-BC63-6D2333A3F367}" srcOrd="0" destOrd="0" presId="urn:microsoft.com/office/officeart/2005/8/layout/pList2"/>
    <dgm:cxn modelId="{99A47CFA-4386-4D08-8C48-7B0FC2FC2100}" srcId="{806A6575-B9AA-471B-A13A-E89A0024E2AF}" destId="{78970638-AA13-4FA5-A2F9-90A064A69AB4}" srcOrd="2" destOrd="0" parTransId="{140EC241-2290-404D-A26B-2C19685AE27B}" sibTransId="{557EA931-E637-417D-BBBE-CD3B18858358}"/>
    <dgm:cxn modelId="{6C367B44-141E-4BE3-B737-D5B8E4DD7583}" type="presParOf" srcId="{9EDE2C66-0119-4F76-A800-284DF6A8DA91}" destId="{AB8692E0-FB28-4390-9225-248800008DCF}" srcOrd="0" destOrd="0" presId="urn:microsoft.com/office/officeart/2005/8/layout/pList2"/>
    <dgm:cxn modelId="{692BB91B-7040-4DB6-8B08-9D40F90A7442}" type="presParOf" srcId="{9EDE2C66-0119-4F76-A800-284DF6A8DA91}" destId="{8AB881A3-6B69-440F-8F99-1CEB3C5576F3}" srcOrd="1" destOrd="0" presId="urn:microsoft.com/office/officeart/2005/8/layout/pList2"/>
    <dgm:cxn modelId="{192CCFF4-B809-4167-A0C7-41FE0978A147}" type="presParOf" srcId="{8AB881A3-6B69-440F-8F99-1CEB3C5576F3}" destId="{9740DD1D-A5E5-4419-B4E7-46A2AE5C229B}" srcOrd="0" destOrd="0" presId="urn:microsoft.com/office/officeart/2005/8/layout/pList2"/>
    <dgm:cxn modelId="{F3AC0C4E-229C-4F94-96AB-4DF26DED1503}" type="presParOf" srcId="{9740DD1D-A5E5-4419-B4E7-46A2AE5C229B}" destId="{B7506B32-0009-421E-AC9A-510D5C1ECDCC}" srcOrd="0" destOrd="0" presId="urn:microsoft.com/office/officeart/2005/8/layout/pList2"/>
    <dgm:cxn modelId="{C3B95987-6F8E-4B17-BD4B-5F439555CDD7}" type="presParOf" srcId="{9740DD1D-A5E5-4419-B4E7-46A2AE5C229B}" destId="{A161E49F-CAF6-4EB6-BF53-DEBFB12CF859}" srcOrd="1" destOrd="0" presId="urn:microsoft.com/office/officeart/2005/8/layout/pList2"/>
    <dgm:cxn modelId="{14EE9C8E-DDA7-4EB6-BDE8-3CD217FB2FB6}" type="presParOf" srcId="{9740DD1D-A5E5-4419-B4E7-46A2AE5C229B}" destId="{9F07C9AD-EAD3-4DE9-BB16-57CCAF4638FD}" srcOrd="2" destOrd="0" presId="urn:microsoft.com/office/officeart/2005/8/layout/pList2"/>
    <dgm:cxn modelId="{CD356767-90D7-4243-8436-64409C652F20}" type="presParOf" srcId="{8AB881A3-6B69-440F-8F99-1CEB3C5576F3}" destId="{69AA89E2-9326-4EB0-BD79-20F1952108D3}" srcOrd="1" destOrd="0" presId="urn:microsoft.com/office/officeart/2005/8/layout/pList2"/>
    <dgm:cxn modelId="{3C677443-7D6B-4EDC-8358-F02158404F31}" type="presParOf" srcId="{8AB881A3-6B69-440F-8F99-1CEB3C5576F3}" destId="{6D7F3792-2126-472A-A32C-CD1F5672BF2B}" srcOrd="2" destOrd="0" presId="urn:microsoft.com/office/officeart/2005/8/layout/pList2"/>
    <dgm:cxn modelId="{B9B28337-FFEC-4329-B860-F7C64021615A}" type="presParOf" srcId="{6D7F3792-2126-472A-A32C-CD1F5672BF2B}" destId="{1CEABD48-BCD9-4D09-BC63-6D2333A3F367}" srcOrd="0" destOrd="0" presId="urn:microsoft.com/office/officeart/2005/8/layout/pList2"/>
    <dgm:cxn modelId="{B9C6DD5E-5B6E-470F-AD16-BA38229908EC}" type="presParOf" srcId="{6D7F3792-2126-472A-A32C-CD1F5672BF2B}" destId="{F917A7EE-BE23-4165-B93D-54C4175065A6}" srcOrd="1" destOrd="0" presId="urn:microsoft.com/office/officeart/2005/8/layout/pList2"/>
    <dgm:cxn modelId="{B7BE03FC-7231-48B2-BADC-42144B941463}" type="presParOf" srcId="{6D7F3792-2126-472A-A32C-CD1F5672BF2B}" destId="{F912169A-BF65-4A67-BC50-6F9AE87E0DD9}" srcOrd="2" destOrd="0" presId="urn:microsoft.com/office/officeart/2005/8/layout/pList2"/>
    <dgm:cxn modelId="{8556548D-36B6-4C6C-9D0A-53F467857BF7}" type="presParOf" srcId="{8AB881A3-6B69-440F-8F99-1CEB3C5576F3}" destId="{0CA3D7E6-F0C7-4085-9704-2E377288140D}" srcOrd="3" destOrd="0" presId="urn:microsoft.com/office/officeart/2005/8/layout/pList2"/>
    <dgm:cxn modelId="{E1786990-BEFF-4BCD-90EE-6ED4F7CF3221}" type="presParOf" srcId="{8AB881A3-6B69-440F-8F99-1CEB3C5576F3}" destId="{1B4F3051-92FD-4D15-8D70-05736596DC70}" srcOrd="4" destOrd="0" presId="urn:microsoft.com/office/officeart/2005/8/layout/pList2"/>
    <dgm:cxn modelId="{FFD6339E-80C1-465E-B8C0-98E9EFF20428}" type="presParOf" srcId="{1B4F3051-92FD-4D15-8D70-05736596DC70}" destId="{8EF36CB7-1377-40CC-9FB3-D2CD0CB50F8B}" srcOrd="0" destOrd="0" presId="urn:microsoft.com/office/officeart/2005/8/layout/pList2"/>
    <dgm:cxn modelId="{6525A626-C585-474E-990D-B93C73264DDF}" type="presParOf" srcId="{1B4F3051-92FD-4D15-8D70-05736596DC70}" destId="{5F46B9D9-52A7-4EAB-A9E9-AF3408086742}" srcOrd="1" destOrd="0" presId="urn:microsoft.com/office/officeart/2005/8/layout/pList2"/>
    <dgm:cxn modelId="{FFFA4588-EC24-40F6-818C-1AFEF1090270}" type="presParOf" srcId="{1B4F3051-92FD-4D15-8D70-05736596DC70}" destId="{3C288A88-A67C-4B9F-865E-E97F39FF8569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768AD8-18CB-4917-B232-D32D62806CCD}">
      <dsp:nvSpPr>
        <dsp:cNvPr id="0" name=""/>
        <dsp:cNvSpPr/>
      </dsp:nvSpPr>
      <dsp:spPr>
        <a:xfrm>
          <a:off x="-6179464" y="-945678"/>
          <a:ext cx="7358091" cy="7358091"/>
        </a:xfrm>
        <a:prstGeom prst="blockArc">
          <a:avLst>
            <a:gd name="adj1" fmla="val 18900000"/>
            <a:gd name="adj2" fmla="val 2700000"/>
            <a:gd name="adj3" fmla="val 294"/>
          </a:avLst>
        </a:prstGeom>
        <a:noFill/>
        <a:ln w="127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308903-36E0-4661-BEB1-E343B44BE375}">
      <dsp:nvSpPr>
        <dsp:cNvPr id="0" name=""/>
        <dsp:cNvSpPr/>
      </dsp:nvSpPr>
      <dsp:spPr>
        <a:xfrm>
          <a:off x="834223" y="403127"/>
          <a:ext cx="9003820" cy="1360779"/>
        </a:xfrm>
        <a:prstGeom prst="rect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7844" tIns="40640" rIns="40640" bIns="4064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Literature Review on Iconography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1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chemeClr val="tx1"/>
              </a:solidFill>
            </a:rPr>
            <a:t>To systematically study existing research papers related to iconography</a:t>
          </a:r>
          <a:endParaRPr lang="en-IN" sz="1400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chemeClr val="tx1"/>
              </a:solidFill>
            </a:rPr>
            <a:t>To understand how iconography has been approached across different disciplines</a:t>
          </a:r>
          <a:endParaRPr lang="en-IN" sz="1400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kern="1200" dirty="0">
              <a:solidFill>
                <a:schemeClr val="tx1"/>
              </a:solidFill>
            </a:rPr>
            <a:t>To </a:t>
          </a:r>
          <a:r>
            <a:rPr lang="en-US" sz="1400" kern="1200" dirty="0">
              <a:solidFill>
                <a:schemeClr val="tx1"/>
              </a:solidFill>
            </a:rPr>
            <a:t>identify dominant themes, methodologies, and areas of focus in prior studies</a:t>
          </a:r>
          <a:endParaRPr lang="en-IN" sz="1400" kern="1200" dirty="0">
            <a:solidFill>
              <a:schemeClr val="tx1"/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1100" kern="1200" dirty="0"/>
        </a:p>
      </dsp:txBody>
      <dsp:txXfrm>
        <a:off x="834223" y="403127"/>
        <a:ext cx="9003820" cy="1360779"/>
      </dsp:txXfrm>
    </dsp:sp>
    <dsp:sp modelId="{96549399-6C2B-4871-B314-D3ACC2152C56}">
      <dsp:nvSpPr>
        <dsp:cNvPr id="0" name=""/>
        <dsp:cNvSpPr/>
      </dsp:nvSpPr>
      <dsp:spPr>
        <a:xfrm>
          <a:off x="55774" y="419831"/>
          <a:ext cx="1366683" cy="13666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81464B-7757-4E0B-B3D9-6493E17A34BE}">
      <dsp:nvSpPr>
        <dsp:cNvPr id="0" name=""/>
        <dsp:cNvSpPr/>
      </dsp:nvSpPr>
      <dsp:spPr>
        <a:xfrm>
          <a:off x="1156214" y="1929642"/>
          <a:ext cx="8606388" cy="1590306"/>
        </a:xfrm>
        <a:prstGeom prst="rect">
          <a:avLst/>
        </a:prstGeom>
        <a:solidFill>
          <a:schemeClr val="accent2">
            <a:shade val="50000"/>
            <a:hueOff val="39604"/>
            <a:satOff val="5174"/>
            <a:lumOff val="2578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7844" tIns="45720" rIns="45720" bIns="4572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Analysis of Research Trends, Merits, and Limitations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2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chemeClr val="tx1"/>
              </a:solidFill>
            </a:rPr>
            <a:t>To examine current research trends in iconography studies</a:t>
          </a:r>
          <a:endParaRPr lang="en-IN" sz="1400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chemeClr val="tx1"/>
              </a:solidFill>
            </a:rPr>
            <a:t>To analyze the </a:t>
          </a:r>
          <a:r>
            <a:rPr lang="en-US" sz="1400" b="0" kern="1200" dirty="0">
              <a:solidFill>
                <a:schemeClr val="tx1"/>
              </a:solidFill>
            </a:rPr>
            <a:t>strengths (merits) </a:t>
          </a:r>
          <a:r>
            <a:rPr lang="en-US" sz="1400" kern="1200" dirty="0">
              <a:solidFill>
                <a:schemeClr val="tx1"/>
              </a:solidFill>
            </a:rPr>
            <a:t>of existing approaches and models</a:t>
          </a:r>
          <a:endParaRPr lang="en-IN" sz="1400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chemeClr val="tx1"/>
              </a:solidFill>
            </a:rPr>
            <a:t>To identify </a:t>
          </a:r>
          <a:r>
            <a:rPr lang="en-US" sz="1400" b="0" kern="1200" dirty="0">
              <a:solidFill>
                <a:schemeClr val="tx1"/>
              </a:solidFill>
            </a:rPr>
            <a:t>limitations, gaps, and unexplored areas </a:t>
          </a:r>
          <a:r>
            <a:rPr lang="en-US" sz="1400" kern="1200" dirty="0">
              <a:solidFill>
                <a:schemeClr val="tx1"/>
              </a:solidFill>
            </a:rPr>
            <a:t>in the literature</a:t>
          </a:r>
          <a:endParaRPr lang="en-IN" sz="1400" kern="1200" dirty="0">
            <a:solidFill>
              <a:schemeClr val="tx1"/>
            </a:solidFill>
          </a:endParaRPr>
        </a:p>
      </dsp:txBody>
      <dsp:txXfrm>
        <a:off x="1156214" y="1929642"/>
        <a:ext cx="8606388" cy="1590306"/>
      </dsp:txXfrm>
    </dsp:sp>
    <dsp:sp modelId="{101A8995-0FFC-4600-A80D-2D1761DC86A0}">
      <dsp:nvSpPr>
        <dsp:cNvPr id="0" name=""/>
        <dsp:cNvSpPr/>
      </dsp:nvSpPr>
      <dsp:spPr>
        <a:xfrm>
          <a:off x="472872" y="2050025"/>
          <a:ext cx="1366683" cy="13666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451AE1-95CA-42AF-93AF-1ADFE7029F24}">
      <dsp:nvSpPr>
        <dsp:cNvPr id="0" name=""/>
        <dsp:cNvSpPr/>
      </dsp:nvSpPr>
      <dsp:spPr>
        <a:xfrm>
          <a:off x="758782" y="3706763"/>
          <a:ext cx="9003820" cy="1333249"/>
        </a:xfrm>
        <a:prstGeom prst="rect">
          <a:avLst/>
        </a:prstGeom>
        <a:solidFill>
          <a:schemeClr val="accent2">
            <a:shade val="50000"/>
            <a:hueOff val="39604"/>
            <a:satOff val="5174"/>
            <a:lumOff val="2578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7844" tIns="45720" rIns="45720" bIns="4572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Development of Taxonomies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kern="1200" dirty="0">
              <a:solidFill>
                <a:schemeClr val="tx1"/>
              </a:solidFill>
            </a:rPr>
            <a:t>Taxonomy for Iconography Applications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chemeClr val="tx1"/>
              </a:solidFill>
            </a:rPr>
            <a:t>Taxonomy for Cultural and Religious Iconography</a:t>
          </a:r>
          <a:endParaRPr lang="en-IN" sz="1400" kern="1200" dirty="0">
            <a:solidFill>
              <a:schemeClr val="tx1"/>
            </a:solidFill>
          </a:endParaRPr>
        </a:p>
      </dsp:txBody>
      <dsp:txXfrm>
        <a:off x="758782" y="3706763"/>
        <a:ext cx="9003820" cy="1333249"/>
      </dsp:txXfrm>
    </dsp:sp>
    <dsp:sp modelId="{FE37ECE8-99CD-4DB1-A384-59BA9F2AD16D}">
      <dsp:nvSpPr>
        <dsp:cNvPr id="0" name=""/>
        <dsp:cNvSpPr/>
      </dsp:nvSpPr>
      <dsp:spPr>
        <a:xfrm>
          <a:off x="75440" y="3690046"/>
          <a:ext cx="1366683" cy="13666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51058E-2CC8-46DF-B63E-E40E27191780}">
      <dsp:nvSpPr>
        <dsp:cNvPr id="0" name=""/>
        <dsp:cNvSpPr/>
      </dsp:nvSpPr>
      <dsp:spPr>
        <a:xfrm>
          <a:off x="0" y="0"/>
          <a:ext cx="7592716" cy="9694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 dirty="0"/>
            <a:t>Identified and studied multiple research papers on iconography</a:t>
          </a:r>
          <a:endParaRPr lang="en-IN" sz="2500" b="1" kern="1200" dirty="0"/>
        </a:p>
      </dsp:txBody>
      <dsp:txXfrm>
        <a:off x="28396" y="28396"/>
        <a:ext cx="6464627" cy="912707"/>
      </dsp:txXfrm>
    </dsp:sp>
    <dsp:sp modelId="{D1158A70-7A51-4BD1-8E1A-44AB84C1B73C}">
      <dsp:nvSpPr>
        <dsp:cNvPr id="0" name=""/>
        <dsp:cNvSpPr/>
      </dsp:nvSpPr>
      <dsp:spPr>
        <a:xfrm>
          <a:off x="635889" y="1145771"/>
          <a:ext cx="7592716" cy="9694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 dirty="0"/>
            <a:t>Extracted key information from each paper</a:t>
          </a:r>
          <a:endParaRPr lang="en-IN" sz="2500" b="1" kern="1200" dirty="0"/>
        </a:p>
      </dsp:txBody>
      <dsp:txXfrm>
        <a:off x="664285" y="1174167"/>
        <a:ext cx="6269859" cy="912707"/>
      </dsp:txXfrm>
    </dsp:sp>
    <dsp:sp modelId="{D6B26DE6-2620-44C7-B306-F465345D90D6}">
      <dsp:nvSpPr>
        <dsp:cNvPr id="0" name=""/>
        <dsp:cNvSpPr/>
      </dsp:nvSpPr>
      <dsp:spPr>
        <a:xfrm>
          <a:off x="1262289" y="2291543"/>
          <a:ext cx="7592716" cy="9694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 dirty="0"/>
            <a:t>Performed comparative analysis using a structured table</a:t>
          </a:r>
          <a:endParaRPr lang="en-IN" sz="2500" b="1" kern="1200" dirty="0"/>
        </a:p>
      </dsp:txBody>
      <dsp:txXfrm>
        <a:off x="1290685" y="2319939"/>
        <a:ext cx="6279350" cy="912707"/>
      </dsp:txXfrm>
    </dsp:sp>
    <dsp:sp modelId="{FF1A8AFB-5DC7-4655-A7DD-548F15C5C70C}">
      <dsp:nvSpPr>
        <dsp:cNvPr id="0" name=""/>
        <dsp:cNvSpPr/>
      </dsp:nvSpPr>
      <dsp:spPr>
        <a:xfrm>
          <a:off x="1898178" y="3437314"/>
          <a:ext cx="7592716" cy="9694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 dirty="0"/>
            <a:t>Designed taxonomies based on application domains and cultural aspects</a:t>
          </a:r>
          <a:endParaRPr lang="en-IN" sz="2500" b="1" kern="1200" dirty="0"/>
        </a:p>
      </dsp:txBody>
      <dsp:txXfrm>
        <a:off x="1926574" y="3465710"/>
        <a:ext cx="6269859" cy="912707"/>
      </dsp:txXfrm>
    </dsp:sp>
    <dsp:sp modelId="{75F44A05-94F1-4E54-98B4-4242710AEA2D}">
      <dsp:nvSpPr>
        <dsp:cNvPr id="0" name=""/>
        <dsp:cNvSpPr/>
      </dsp:nvSpPr>
      <dsp:spPr>
        <a:xfrm>
          <a:off x="6962541" y="742548"/>
          <a:ext cx="630174" cy="63017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800" kern="1200"/>
        </a:p>
      </dsp:txBody>
      <dsp:txXfrm>
        <a:off x="7104330" y="742548"/>
        <a:ext cx="346596" cy="474206"/>
      </dsp:txXfrm>
    </dsp:sp>
    <dsp:sp modelId="{2320ED98-2944-4780-9BBF-EE5758BF7A24}">
      <dsp:nvSpPr>
        <dsp:cNvPr id="0" name=""/>
        <dsp:cNvSpPr/>
      </dsp:nvSpPr>
      <dsp:spPr>
        <a:xfrm>
          <a:off x="7598431" y="1888319"/>
          <a:ext cx="630174" cy="63017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800" kern="1200" dirty="0"/>
        </a:p>
      </dsp:txBody>
      <dsp:txXfrm>
        <a:off x="7740220" y="1888319"/>
        <a:ext cx="346596" cy="474206"/>
      </dsp:txXfrm>
    </dsp:sp>
    <dsp:sp modelId="{4E944CFF-E9A6-44E5-A039-7630F0906AED}">
      <dsp:nvSpPr>
        <dsp:cNvPr id="0" name=""/>
        <dsp:cNvSpPr/>
      </dsp:nvSpPr>
      <dsp:spPr>
        <a:xfrm>
          <a:off x="8224830" y="3034091"/>
          <a:ext cx="630174" cy="63017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800" kern="1200"/>
        </a:p>
      </dsp:txBody>
      <dsp:txXfrm>
        <a:off x="8366619" y="3034091"/>
        <a:ext cx="346596" cy="4742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8692E0-FB28-4390-9225-248800008DCF}">
      <dsp:nvSpPr>
        <dsp:cNvPr id="0" name=""/>
        <dsp:cNvSpPr/>
      </dsp:nvSpPr>
      <dsp:spPr>
        <a:xfrm>
          <a:off x="0" y="0"/>
          <a:ext cx="7651955" cy="1902325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07C9AD-EAD3-4DE9-BB16-57CCAF4638FD}">
      <dsp:nvSpPr>
        <dsp:cNvPr id="0" name=""/>
        <dsp:cNvSpPr/>
      </dsp:nvSpPr>
      <dsp:spPr>
        <a:xfrm>
          <a:off x="229558" y="253643"/>
          <a:ext cx="2247761" cy="139503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3000" b="-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506B32-0009-421E-AC9A-510D5C1ECDCC}">
      <dsp:nvSpPr>
        <dsp:cNvPr id="0" name=""/>
        <dsp:cNvSpPr/>
      </dsp:nvSpPr>
      <dsp:spPr>
        <a:xfrm rot="10800000">
          <a:off x="229558" y="1902325"/>
          <a:ext cx="2247761" cy="2325065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tx1"/>
              </a:solidFill>
            </a:rPr>
            <a:t>Objectives of each paper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 dirty="0">
            <a:solidFill>
              <a:schemeClr val="tx1"/>
            </a:solidFill>
          </a:endParaRP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Clarifying the specific aims and goals of each paper.</a:t>
          </a:r>
          <a:endParaRPr lang="en-IN" sz="1400" kern="1200" dirty="0">
            <a:solidFill>
              <a:schemeClr val="tx1"/>
            </a:solidFill>
          </a:endParaRPr>
        </a:p>
      </dsp:txBody>
      <dsp:txXfrm rot="10800000">
        <a:off x="298684" y="1902325"/>
        <a:ext cx="2109509" cy="2255939"/>
      </dsp:txXfrm>
    </dsp:sp>
    <dsp:sp modelId="{F912169A-BF65-4A67-BC50-6F9AE87E0DD9}">
      <dsp:nvSpPr>
        <dsp:cNvPr id="0" name=""/>
        <dsp:cNvSpPr/>
      </dsp:nvSpPr>
      <dsp:spPr>
        <a:xfrm>
          <a:off x="2702096" y="253643"/>
          <a:ext cx="2247761" cy="139503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2000" b="-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EABD48-BCD9-4D09-BC63-6D2333A3F367}">
      <dsp:nvSpPr>
        <dsp:cNvPr id="0" name=""/>
        <dsp:cNvSpPr/>
      </dsp:nvSpPr>
      <dsp:spPr>
        <a:xfrm rot="10800000">
          <a:off x="2702096" y="1902325"/>
          <a:ext cx="2247761" cy="2325065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shade val="80000"/>
            <a:hueOff val="15901"/>
            <a:satOff val="-3023"/>
            <a:lumOff val="15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tx1"/>
              </a:solidFill>
            </a:rPr>
            <a:t>Methodologies used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>
            <a:solidFill>
              <a:schemeClr val="tx1"/>
            </a:solidFill>
          </a:endParaRP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Understanding the research approaches and techniques</a:t>
          </a:r>
          <a:r>
            <a:rPr lang="en-US" sz="1600" kern="1200" dirty="0">
              <a:solidFill>
                <a:schemeClr val="tx1"/>
              </a:solidFill>
            </a:rPr>
            <a:t> </a:t>
          </a:r>
          <a:r>
            <a:rPr lang="en-US" sz="1400" kern="1200" dirty="0">
              <a:solidFill>
                <a:schemeClr val="tx1"/>
              </a:solidFill>
            </a:rPr>
            <a:t>used for iconography</a:t>
          </a:r>
          <a:r>
            <a:rPr lang="en-US" sz="2000" kern="1200" dirty="0">
              <a:solidFill>
                <a:schemeClr val="tx1"/>
              </a:solidFill>
            </a:rPr>
            <a:t>.</a:t>
          </a:r>
          <a:endParaRPr lang="en-IN" sz="2000" kern="1200" dirty="0">
            <a:solidFill>
              <a:schemeClr val="tx1"/>
            </a:solidFill>
          </a:endParaRP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 dirty="0"/>
        </a:p>
      </dsp:txBody>
      <dsp:txXfrm rot="10800000">
        <a:off x="2771222" y="1902325"/>
        <a:ext cx="2109509" cy="2255939"/>
      </dsp:txXfrm>
    </dsp:sp>
    <dsp:sp modelId="{3C288A88-A67C-4B9F-865E-E97F39FF8569}">
      <dsp:nvSpPr>
        <dsp:cNvPr id="0" name=""/>
        <dsp:cNvSpPr/>
      </dsp:nvSpPr>
      <dsp:spPr>
        <a:xfrm>
          <a:off x="5174634" y="253643"/>
          <a:ext cx="2247761" cy="139503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t="-10000" b="-10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F36CB7-1377-40CC-9FB3-D2CD0CB50F8B}">
      <dsp:nvSpPr>
        <dsp:cNvPr id="0" name=""/>
        <dsp:cNvSpPr/>
      </dsp:nvSpPr>
      <dsp:spPr>
        <a:xfrm rot="10800000">
          <a:off x="5174634" y="1902325"/>
          <a:ext cx="2247761" cy="2325065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shade val="80000"/>
            <a:hueOff val="31803"/>
            <a:satOff val="-6047"/>
            <a:lumOff val="31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tx1"/>
              </a:solidFill>
            </a:rPr>
            <a:t>Strengths and weaknesses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>
            <a:solidFill>
              <a:schemeClr val="tx1"/>
            </a:solidFill>
          </a:endParaRP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Assessing the merits and limitations of each research contribution.</a:t>
          </a:r>
          <a:endParaRPr lang="en-IN" sz="1400" kern="1200" dirty="0">
            <a:solidFill>
              <a:schemeClr val="tx1"/>
            </a:solidFill>
          </a:endParaRPr>
        </a:p>
      </dsp:txBody>
      <dsp:txXfrm rot="10800000">
        <a:off x="5243760" y="1902325"/>
        <a:ext cx="2109509" cy="22559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microsoft.com/office/2007/relationships/hdphoto" Target="../media/hdphoto2.wdp"/><Relationship Id="rId7" Type="http://schemas.openxmlformats.org/officeDocument/2006/relationships/diagramColors" Target="../diagrams/colors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conography designs, themes, templates and downloadable graphic elements on  Dribbble">
            <a:extLst>
              <a:ext uri="{FF2B5EF4-FFF2-40B4-BE49-F238E27FC236}">
                <a16:creationId xmlns:a16="http://schemas.microsoft.com/office/drawing/2014/main" id="{35C415A6-C7CB-EF21-0B72-229BFF965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568" y="0"/>
            <a:ext cx="11287431" cy="685800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4002023-DDD8-4E08-3E28-5DB3E57B8B9F}"/>
              </a:ext>
            </a:extLst>
          </p:cNvPr>
          <p:cNvSpPr/>
          <p:nvPr/>
        </p:nvSpPr>
        <p:spPr>
          <a:xfrm>
            <a:off x="1007851" y="2696494"/>
            <a:ext cx="7246375" cy="2202427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260" y="2549011"/>
            <a:ext cx="6076243" cy="228108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Research Review on Iconography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CD2C84-7EF5-22C0-AED9-869AAC799DBA}"/>
              </a:ext>
            </a:extLst>
          </p:cNvPr>
          <p:cNvSpPr txBox="1"/>
          <p:nvPr/>
        </p:nvSpPr>
        <p:spPr>
          <a:xfrm>
            <a:off x="1622323" y="5220928"/>
            <a:ext cx="438518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Present by :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</a:t>
            </a:r>
            <a:r>
              <a:rPr lang="en-IN" sz="2000" b="1" dirty="0" err="1">
                <a:solidFill>
                  <a:schemeClr val="bg1"/>
                </a:solidFill>
              </a:rPr>
              <a:t>Harshkumar</a:t>
            </a:r>
            <a:r>
              <a:rPr lang="en-IN" sz="2000" b="1" dirty="0">
                <a:solidFill>
                  <a:schemeClr val="bg1"/>
                </a:solidFill>
              </a:rPr>
              <a:t> Beladiya ( 23BCE030 )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Yagnik </a:t>
            </a:r>
            <a:r>
              <a:rPr lang="en-IN" sz="2000" b="1" dirty="0" err="1">
                <a:solidFill>
                  <a:schemeClr val="bg1"/>
                </a:solidFill>
              </a:rPr>
              <a:t>Baldaniya</a:t>
            </a:r>
            <a:r>
              <a:rPr lang="en-IN" sz="2000" b="1" dirty="0">
                <a:solidFill>
                  <a:schemeClr val="bg1"/>
                </a:solidFill>
              </a:rPr>
              <a:t> ( 23BCE027 )</a:t>
            </a:r>
          </a:p>
          <a:p>
            <a:r>
              <a:rPr lang="en-IN" dirty="0"/>
              <a:t>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81EB2C-9E07-6F4F-893E-70AFAD2CC951}"/>
              </a:ext>
            </a:extLst>
          </p:cNvPr>
          <p:cNvSpPr txBox="1"/>
          <p:nvPr/>
        </p:nvSpPr>
        <p:spPr>
          <a:xfrm>
            <a:off x="6548283" y="5220928"/>
            <a:ext cx="2694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>
                    <a:lumMod val="95000"/>
                  </a:schemeClr>
                </a:solidFill>
              </a:rPr>
              <a:t>Guide By:</a:t>
            </a:r>
          </a:p>
          <a:p>
            <a:r>
              <a:rPr lang="en-IN" sz="2000" b="1" dirty="0">
                <a:solidFill>
                  <a:schemeClr val="bg1">
                    <a:lumMod val="95000"/>
                  </a:schemeClr>
                </a:solidFill>
              </a:rPr>
              <a:t>  Anuja Nair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FEF0BC9-5FAD-6F2E-BB82-29A19816CE89}"/>
              </a:ext>
            </a:extLst>
          </p:cNvPr>
          <p:cNvSpPr txBox="1">
            <a:spLocks/>
          </p:cNvSpPr>
          <p:nvPr/>
        </p:nvSpPr>
        <p:spPr>
          <a:xfrm>
            <a:off x="545277" y="6016274"/>
            <a:ext cx="968983" cy="6519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D65601-5AE2-46FC-B138-694DDD2B510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65D112-2D78-A72A-67E0-662E630CC99C}"/>
              </a:ext>
            </a:extLst>
          </p:cNvPr>
          <p:cNvSpPr/>
          <p:nvPr/>
        </p:nvSpPr>
        <p:spPr>
          <a:xfrm>
            <a:off x="88490" y="255639"/>
            <a:ext cx="8259097" cy="114054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Iconography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7CCFCC-37B1-53C0-771A-A5FE192823D9}"/>
              </a:ext>
            </a:extLst>
          </p:cNvPr>
          <p:cNvSpPr txBox="1"/>
          <p:nvPr/>
        </p:nvSpPr>
        <p:spPr>
          <a:xfrm>
            <a:off x="1061883" y="1396181"/>
            <a:ext cx="64991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Iconography is the systematic study of symbols, images, motifs, and visual representations.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examines how visual elements convey specific meanings, beliefs, and narratives.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Meaning is interpreted based on historical, cultural, religious, and social contexts.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BC8464-3099-A169-B848-DA18D1BAEF7B}"/>
              </a:ext>
            </a:extLst>
          </p:cNvPr>
          <p:cNvSpPr txBox="1"/>
          <p:nvPr/>
        </p:nvSpPr>
        <p:spPr>
          <a:xfrm>
            <a:off x="973392" y="3810451"/>
            <a:ext cx="65876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Scope of Iconography</a:t>
            </a:r>
          </a:p>
          <a:p>
            <a:pPr algn="ctr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Interpretation of visual symbols in artworks, architecture, manuscripts, and artifacts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Analysis of religious imagery, mythological figures, and sacred symbols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Study of modern visual symbols such as logos, icons, emojis, and digital pictograms</a:t>
            </a:r>
            <a:endParaRPr lang="en-IN" dirty="0"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A41CE9-6CD8-0031-00A9-E0AC000BAB0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8534399" y="1514167"/>
            <a:ext cx="3386840" cy="50802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B0FE266-3F12-2B60-0E5C-ADE945210E59}"/>
              </a:ext>
            </a:extLst>
          </p:cNvPr>
          <p:cNvSpPr txBox="1">
            <a:spLocks/>
          </p:cNvSpPr>
          <p:nvPr/>
        </p:nvSpPr>
        <p:spPr>
          <a:xfrm>
            <a:off x="577391" y="5950449"/>
            <a:ext cx="968983" cy="6519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93632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AA8CA-85CB-2DE9-9076-34347DD1D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23" y="-39995"/>
            <a:ext cx="8186462" cy="1147353"/>
          </a:xfrm>
        </p:spPr>
        <p:txBody>
          <a:bodyPr/>
          <a:lstStyle/>
          <a:p>
            <a:r>
              <a:rPr lang="en-IN" dirty="0"/>
              <a:t>Research Objectives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3FDED0B-86C1-AEBE-5E14-98E9282A1BDA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039035501"/>
              </p:ext>
            </p:extLst>
          </p:nvPr>
        </p:nvGraphicFramePr>
        <p:xfrm>
          <a:off x="1528046" y="983226"/>
          <a:ext cx="9838044" cy="5466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1D076-F34B-33FD-E1B2-0009267AB15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054" name="Picture 6" descr="Book Icon Circle Stock Illustrations – 53,628 Book Icon Circle Stock  Illustrations, Vectors &amp; Clipart - Dreamstime">
            <a:extLst>
              <a:ext uri="{FF2B5EF4-FFF2-40B4-BE49-F238E27FC236}">
                <a16:creationId xmlns:a16="http://schemas.microsoft.com/office/drawing/2014/main" id="{42BA9B88-234B-0F51-A8A3-51F897420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259" y="1639582"/>
            <a:ext cx="882446" cy="882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Trend - Free business icons">
            <a:extLst>
              <a:ext uri="{FF2B5EF4-FFF2-40B4-BE49-F238E27FC236}">
                <a16:creationId xmlns:a16="http://schemas.microsoft.com/office/drawing/2014/main" id="{19D72779-F410-891E-3539-47F57E460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6787" y="2936568"/>
            <a:ext cx="1482899" cy="1497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Standard operating procedure multi color concept icon. Hierarchy structure,  statistics. Round shape line illustration. Abstract idea. Graphic design.  Easy to use in infographic, presentation 51431383 Vector Art at Vecteezy">
            <a:extLst>
              <a:ext uri="{FF2B5EF4-FFF2-40B4-BE49-F238E27FC236}">
                <a16:creationId xmlns:a16="http://schemas.microsoft.com/office/drawing/2014/main" id="{8685A50B-595B-3968-6767-2C752340E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259" y="4868196"/>
            <a:ext cx="882446" cy="882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5B0518-ABA1-A6C3-BBAC-CD45AD64D2F6}"/>
              </a:ext>
            </a:extLst>
          </p:cNvPr>
          <p:cNvSpPr txBox="1"/>
          <p:nvPr/>
        </p:nvSpPr>
        <p:spPr>
          <a:xfrm>
            <a:off x="1528046" y="840155"/>
            <a:ext cx="1022150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These objectives form the bedrock of this research, guiding the systematic exploration of iconographic studies.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640406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260107"/>
            <a:ext cx="6597036" cy="1366987"/>
          </a:xfrm>
        </p:spPr>
        <p:txBody>
          <a:bodyPr/>
          <a:lstStyle/>
          <a:p>
            <a:r>
              <a:rPr lang="en-IN" dirty="0"/>
              <a:t>Methodology Adopted (So Far)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076" name="Picture 4" descr="Zendy | Read our Blog">
            <a:extLst>
              <a:ext uri="{FF2B5EF4-FFF2-40B4-BE49-F238E27FC236}">
                <a16:creationId xmlns:a16="http://schemas.microsoft.com/office/drawing/2014/main" id="{0CFEEBBD-32A0-133F-B65D-DF30E7BA8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emen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070" y="1"/>
            <a:ext cx="11316929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BD61C99-7F94-7A83-E96F-44C5704F050A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902309603"/>
              </p:ext>
            </p:extLst>
          </p:nvPr>
        </p:nvGraphicFramePr>
        <p:xfrm>
          <a:off x="1147199" y="578141"/>
          <a:ext cx="9490895" cy="4406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D0E47E-D228-15EB-5886-33E9AA18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368" y="98322"/>
            <a:ext cx="7033089" cy="882848"/>
          </a:xfrm>
        </p:spPr>
        <p:txBody>
          <a:bodyPr/>
          <a:lstStyle/>
          <a:p>
            <a:r>
              <a:rPr lang="en-IN" dirty="0"/>
              <a:t>Literature Review – Work till now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033694-7896-4BFA-97F3-45BC09B79ED4}"/>
              </a:ext>
            </a:extLst>
          </p:cNvPr>
          <p:cNvSpPr txBox="1"/>
          <p:nvPr/>
        </p:nvSpPr>
        <p:spPr>
          <a:xfrm>
            <a:off x="1445340" y="1014105"/>
            <a:ext cx="1045169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focused literature review was conducted, examining several key research papers related to iconography. This stage involved a meticulous examination of each paper's core components.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Literature review summarized in a comparative Excel table</a:t>
            </a:r>
            <a:endParaRPr lang="en-US" sz="1600" b="1" dirty="0"/>
          </a:p>
          <a:p>
            <a:endParaRPr lang="en-IN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8E742CE4-6CEF-4CF3-9B78-1AC759B6F8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4194593"/>
              </p:ext>
            </p:extLst>
          </p:nvPr>
        </p:nvGraphicFramePr>
        <p:xfrm>
          <a:off x="2270022" y="2330725"/>
          <a:ext cx="7651955" cy="42273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F68D0A3B-2A42-94ED-9F06-EEDA1B608E1F}"/>
              </a:ext>
            </a:extLst>
          </p:cNvPr>
          <p:cNvSpPr txBox="1">
            <a:spLocks/>
          </p:cNvSpPr>
          <p:nvPr/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DE4549E-8363-AA7F-BDB6-9097D3C970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4400" y="267682"/>
            <a:ext cx="11198942" cy="5887311"/>
          </a:xfrm>
          <a:prstGeom prst="rect">
            <a:avLst/>
          </a:prstGeom>
        </p:spPr>
      </p:pic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459EECAB-A40C-798E-E44B-A1DDB58A3C6C}"/>
              </a:ext>
            </a:extLst>
          </p:cNvPr>
          <p:cNvSpPr txBox="1">
            <a:spLocks/>
          </p:cNvSpPr>
          <p:nvPr/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D65601-5AE2-46FC-B138-694DDD2B510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68065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What is History Painting? - A Scholarly Skater Art History">
            <a:extLst>
              <a:ext uri="{FF2B5EF4-FFF2-40B4-BE49-F238E27FC236}">
                <a16:creationId xmlns:a16="http://schemas.microsoft.com/office/drawing/2014/main" id="{DA78C330-FF4A-96E5-825C-D3BE0F712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0"/>
            <a:ext cx="11277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183" y="262487"/>
            <a:ext cx="9150675" cy="1427585"/>
          </a:xfrm>
        </p:spPr>
        <p:txBody>
          <a:bodyPr/>
          <a:lstStyle/>
          <a:p>
            <a:r>
              <a:rPr lang="en-US" dirty="0"/>
              <a:t>Key Observations from Literature Review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81119" y="1777484"/>
            <a:ext cx="8552264" cy="466407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Majority of studies concentrate on </a:t>
            </a:r>
            <a:r>
              <a:rPr lang="en-US" b="1" dirty="0"/>
              <a:t>traditional art forms</a:t>
            </a:r>
            <a:r>
              <a:rPr lang="en-US" dirty="0"/>
              <a:t>, sculptures, paintings, and murals</a:t>
            </a:r>
          </a:p>
          <a:p>
            <a:r>
              <a:rPr lang="en-US" dirty="0"/>
              <a:t>Limited attention to interdisciplinary or cross-domain applications of iconography</a:t>
            </a:r>
          </a:p>
          <a:p>
            <a:r>
              <a:rPr lang="en-US" dirty="0"/>
              <a:t>Most research relies on </a:t>
            </a:r>
            <a:r>
              <a:rPr lang="en-US" b="1" dirty="0"/>
              <a:t>manual interpretation and expert analysis</a:t>
            </a:r>
          </a:p>
          <a:p>
            <a:r>
              <a:rPr lang="en-US" dirty="0"/>
              <a:t>Lack of automated systems for symbol detection, classification, and interpretation</a:t>
            </a:r>
          </a:p>
          <a:p>
            <a:r>
              <a:rPr lang="en-US" dirty="0"/>
              <a:t>Limited availability of annotated datasets for iconographic research</a:t>
            </a:r>
          </a:p>
          <a:p>
            <a:r>
              <a:rPr lang="en-US" dirty="0"/>
              <a:t>Absence of a </a:t>
            </a:r>
            <a:r>
              <a:rPr lang="en-US" b="1" dirty="0"/>
              <a:t>standardized or unified taxonomy</a:t>
            </a:r>
            <a:r>
              <a:rPr lang="en-US" dirty="0"/>
              <a:t> for iconography</a:t>
            </a:r>
          </a:p>
          <a:p>
            <a:r>
              <a:rPr lang="en-IN" dirty="0"/>
              <a:t>Insufficient </a:t>
            </a:r>
            <a:r>
              <a:rPr lang="en-IN" b="1" dirty="0"/>
              <a:t>comparative studies across cultures and traditions</a:t>
            </a:r>
          </a:p>
          <a:p>
            <a:r>
              <a:rPr lang="en-US" dirty="0"/>
              <a:t>Limited analysis of symbolic variations across regions and historical periods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53142" y="5789648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5 UNESCO World Heritage Sites in Maharashtra That You Must Visit - redBus  Blog">
            <a:extLst>
              <a:ext uri="{FF2B5EF4-FFF2-40B4-BE49-F238E27FC236}">
                <a16:creationId xmlns:a16="http://schemas.microsoft.com/office/drawing/2014/main" id="{5CA97665-A2CA-369F-3147-B494CE468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3019" y="1019558"/>
            <a:ext cx="4621160" cy="55631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86F71E8-8D71-9405-3A01-01C3B8F8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628" y="0"/>
            <a:ext cx="7814754" cy="1427585"/>
          </a:xfrm>
        </p:spPr>
        <p:txBody>
          <a:bodyPr/>
          <a:lstStyle/>
          <a:p>
            <a:r>
              <a:rPr lang="en-US" dirty="0"/>
              <a:t>Need for Taxonomy in Iconography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C90C5-5198-C255-02F9-1608AA49E08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236798" y="1427584"/>
            <a:ext cx="5866051" cy="4747073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en-US" b="1" dirty="0"/>
              <a:t>Iconography research is widely scattered across multiple disciplines such as art history, religious studies, archaeology, media, and computer science</a:t>
            </a:r>
          </a:p>
          <a:p>
            <a:pPr lvl="1"/>
            <a:r>
              <a:rPr lang="en-US" b="1" dirty="0"/>
              <a:t>Ambiguity in defining iconographic categories and application areas</a:t>
            </a:r>
          </a:p>
          <a:p>
            <a:pPr lvl="1"/>
            <a:r>
              <a:rPr lang="en-US" b="1" dirty="0"/>
              <a:t>Overlapping or redundant research due to unclear domain boundaries</a:t>
            </a:r>
          </a:p>
          <a:p>
            <a:pPr lvl="1"/>
            <a:r>
              <a:rPr lang="en-US" b="1" dirty="0"/>
              <a:t>Provides a structured and systematic framework for classification</a:t>
            </a:r>
          </a:p>
          <a:p>
            <a:pPr lvl="1"/>
            <a:r>
              <a:rPr lang="en-US" b="1" dirty="0"/>
              <a:t>Bridges traditional iconography with modern technological applications</a:t>
            </a:r>
          </a:p>
          <a:p>
            <a:pPr lvl="1"/>
            <a:r>
              <a:rPr lang="en-US" b="1" dirty="0"/>
              <a:t>Organizes research areas into well-defined categories</a:t>
            </a:r>
          </a:p>
          <a:p>
            <a:pPr lvl="1"/>
            <a:r>
              <a:rPr lang="en-US" b="1" dirty="0"/>
              <a:t>Supports comparative and interdisciplinary studies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518A5-1C9D-79F3-349C-3E7AAFD9895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8246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C15354-374E-4710-792F-592E588BA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195" y="87488"/>
            <a:ext cx="9297509" cy="1187296"/>
          </a:xfrm>
        </p:spPr>
        <p:txBody>
          <a:bodyPr/>
          <a:lstStyle/>
          <a:p>
            <a:r>
              <a:rPr lang="en-IN" dirty="0"/>
              <a:t>Taxonomy for Iconography Applications</a:t>
            </a:r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56543-DA8C-CEE2-0E13-19DE61C134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1343F3-4F7E-77C6-4BA2-E7F04A68F3D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4847" y="1056938"/>
            <a:ext cx="10090958" cy="48866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201016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EE32F-BE46-6444-6749-6B81BD792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AF6EA9-4E1C-D151-1338-32E5FE62B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195" y="87488"/>
            <a:ext cx="9297509" cy="1187296"/>
          </a:xfrm>
        </p:spPr>
        <p:txBody>
          <a:bodyPr/>
          <a:lstStyle/>
          <a:p>
            <a:r>
              <a:rPr lang="en-US" dirty="0"/>
              <a:t>Taxonomy for Cultural &amp; Religious Iconography</a:t>
            </a:r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7A431-9259-35F2-C470-91437A0EED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0F55FA-CAD7-0D61-F82B-DB00DF5BFEB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385972" y="1382894"/>
            <a:ext cx="9596660" cy="48866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776424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870AA-AE48-6F3B-B782-FEB1AE8E4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5AF9D6-1156-A9DE-1705-D2698917FCFE}"/>
              </a:ext>
            </a:extLst>
          </p:cNvPr>
          <p:cNvSpPr/>
          <p:nvPr/>
        </p:nvSpPr>
        <p:spPr>
          <a:xfrm>
            <a:off x="1270253" y="675442"/>
            <a:ext cx="3643165" cy="1147353"/>
          </a:xfrm>
          <a:prstGeom prst="round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127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C43668-538D-4542-6245-C24517F3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174" y="675442"/>
            <a:ext cx="3372465" cy="1147353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35A3-C293-05AA-0E56-D4F444A0EF2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0E5492-4DAD-5AFC-6ADD-95F881ED510D}"/>
              </a:ext>
            </a:extLst>
          </p:cNvPr>
          <p:cNvSpPr txBox="1"/>
          <p:nvPr/>
        </p:nvSpPr>
        <p:spPr>
          <a:xfrm>
            <a:off x="1270253" y="2136338"/>
            <a:ext cx="948623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Summarizes the research work completed on iconography till date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Systematic literature review and comparative analysis were conducted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Structured taxonomies for iconography applications and cultural–religious iconography were developed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Made Excel for ,Comparative study between proposed survey and existing surveys.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351035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717" y="3775587"/>
            <a:ext cx="6213896" cy="2197510"/>
          </a:xfrm>
        </p:spPr>
        <p:txBody>
          <a:bodyPr/>
          <a:lstStyle/>
          <a:p>
            <a:r>
              <a:rPr lang="en-US" dirty="0"/>
              <a:t>Thank 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A1675-6C04-2196-4617-52759299F27C}"/>
              </a:ext>
            </a:extLst>
          </p:cNvPr>
          <p:cNvSpPr txBox="1">
            <a:spLocks/>
          </p:cNvSpPr>
          <p:nvPr/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D65601-5AE2-46FC-B138-694DDD2B510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Modern conference presentation</Template>
  <TotalTime>292</TotalTime>
  <Words>566</Words>
  <Application>Microsoft Office PowerPoint</Application>
  <PresentationFormat>Widescreen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Tisa Offc Serif Pro</vt:lpstr>
      <vt:lpstr>Univers Light</vt:lpstr>
      <vt:lpstr>Wingdings</vt:lpstr>
      <vt:lpstr>Custom</vt:lpstr>
      <vt:lpstr>Research Review on Iconography</vt:lpstr>
      <vt:lpstr>PowerPoint Presentation</vt:lpstr>
      <vt:lpstr>Research Objectives</vt:lpstr>
      <vt:lpstr>Methodology Adopted (So Far)</vt:lpstr>
      <vt:lpstr>Literature Review – Work till now</vt:lpstr>
      <vt:lpstr>PowerPoint Presentation</vt:lpstr>
      <vt:lpstr>Key Observations from Literature Review</vt:lpstr>
      <vt:lpstr>Need for Taxonomy in Iconography</vt:lpstr>
      <vt:lpstr>Taxonomy for Iconography Applications</vt:lpstr>
      <vt:lpstr>Taxonomy for Cultural &amp; Religious Iconography</vt:lpstr>
      <vt:lpstr>Conclusion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Beladiya</dc:creator>
  <cp:lastModifiedBy>Harsh Beladiya</cp:lastModifiedBy>
  <cp:revision>11</cp:revision>
  <dcterms:created xsi:type="dcterms:W3CDTF">2026-02-14T11:13:49Z</dcterms:created>
  <dcterms:modified xsi:type="dcterms:W3CDTF">2026-02-14T16:06:24Z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